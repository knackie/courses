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94" r:id="rId5"/>
    <p:sldId id="277" r:id="rId6"/>
    <p:sldId id="262" r:id="rId7"/>
    <p:sldId id="264" r:id="rId8"/>
    <p:sldId id="289" r:id="rId9"/>
    <p:sldId id="296" r:id="rId10"/>
    <p:sldId id="298" r:id="rId11"/>
    <p:sldId id="278" r:id="rId12"/>
    <p:sldId id="266" r:id="rId13"/>
    <p:sldId id="299" r:id="rId14"/>
    <p:sldId id="292" r:id="rId15"/>
    <p:sldId id="276" r:id="rId1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63B4F-09ED-4900-B709-5FB7C5200DD2}" v="305" dt="2026-01-13T13:43:52.1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4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YER Mathieu" userId="S::0019786@cpn-laxou.com::442add8d-55e7-43fa-a8e5-a8994caecf16" providerId="AD" clId="Web-{7D963B4F-09ED-4900-B709-5FB7C5200DD2}"/>
    <pc:docChg chg="addSld delSld modSld sldOrd">
      <pc:chgData name="DREYER Mathieu" userId="S::0019786@cpn-laxou.com::442add8d-55e7-43fa-a8e5-a8994caecf16" providerId="AD" clId="Web-{7D963B4F-09ED-4900-B709-5FB7C5200DD2}" dt="2026-01-13T13:43:45.481" v="225" actId="20577"/>
      <pc:docMkLst>
        <pc:docMk/>
      </pc:docMkLst>
      <pc:sldChg chg="modSp del">
        <pc:chgData name="DREYER Mathieu" userId="S::0019786@cpn-laxou.com::442add8d-55e7-43fa-a8e5-a8994caecf16" providerId="AD" clId="Web-{7D963B4F-09ED-4900-B709-5FB7C5200DD2}" dt="2026-01-13T13:34:55.488" v="9"/>
        <pc:sldMkLst>
          <pc:docMk/>
          <pc:sldMk cId="1642425379" sldId="256"/>
        </pc:sldMkLst>
        <pc:spChg chg="mod">
          <ac:chgData name="DREYER Mathieu" userId="S::0019786@cpn-laxou.com::442add8d-55e7-43fa-a8e5-a8994caecf16" providerId="AD" clId="Web-{7D963B4F-09ED-4900-B709-5FB7C5200DD2}" dt="2026-01-13T13:34:39.926" v="0" actId="20577"/>
          <ac:spMkLst>
            <pc:docMk/>
            <pc:sldMk cId="1642425379" sldId="256"/>
            <ac:spMk id="2" creationId="{216815C6-3AD0-46E6-A74A-1967BD91AF50}"/>
          </ac:spMkLst>
        </pc:spChg>
      </pc:sldChg>
      <pc:sldChg chg="modSp del">
        <pc:chgData name="DREYER Mathieu" userId="S::0019786@cpn-laxou.com::442add8d-55e7-43fa-a8e5-a8994caecf16" providerId="AD" clId="Web-{7D963B4F-09ED-4900-B709-5FB7C5200DD2}" dt="2026-01-13T13:38:44.616" v="104"/>
        <pc:sldMkLst>
          <pc:docMk/>
          <pc:sldMk cId="707789176" sldId="258"/>
        </pc:sldMkLst>
        <pc:spChg chg="mod">
          <ac:chgData name="DREYER Mathieu" userId="S::0019786@cpn-laxou.com::442add8d-55e7-43fa-a8e5-a8994caecf16" providerId="AD" clId="Web-{7D963B4F-09ED-4900-B709-5FB7C5200DD2}" dt="2026-01-13T13:38:38.554" v="100" actId="20577"/>
          <ac:spMkLst>
            <pc:docMk/>
            <pc:sldMk cId="707789176" sldId="258"/>
            <ac:spMk id="2" creationId="{A29DE7F2-E890-4744-88DD-A75F5E300513}"/>
          </ac:spMkLst>
        </pc:spChg>
      </pc:sldChg>
      <pc:sldChg chg="add del">
        <pc:chgData name="DREYER Mathieu" userId="S::0019786@cpn-laxou.com::442add8d-55e7-43fa-a8e5-a8994caecf16" providerId="AD" clId="Web-{7D963B4F-09ED-4900-B709-5FB7C5200DD2}" dt="2026-01-13T13:41:45.024" v="191"/>
        <pc:sldMkLst>
          <pc:docMk/>
          <pc:sldMk cId="566997565" sldId="260"/>
        </pc:sldMkLst>
      </pc:sldChg>
      <pc:sldChg chg="del">
        <pc:chgData name="DREYER Mathieu" userId="S::0019786@cpn-laxou.com::442add8d-55e7-43fa-a8e5-a8994caecf16" providerId="AD" clId="Web-{7D963B4F-09ED-4900-B709-5FB7C5200DD2}" dt="2026-01-13T13:35:15.426" v="18"/>
        <pc:sldMkLst>
          <pc:docMk/>
          <pc:sldMk cId="1738561688" sldId="261"/>
        </pc:sldMkLst>
      </pc:sldChg>
      <pc:sldChg chg="addSp delSp modSp">
        <pc:chgData name="DREYER Mathieu" userId="S::0019786@cpn-laxou.com::442add8d-55e7-43fa-a8e5-a8994caecf16" providerId="AD" clId="Web-{7D963B4F-09ED-4900-B709-5FB7C5200DD2}" dt="2026-01-13T13:36:15.677" v="40" actId="20577"/>
        <pc:sldMkLst>
          <pc:docMk/>
          <pc:sldMk cId="1593920805" sldId="262"/>
        </pc:sldMkLst>
        <pc:spChg chg="mod">
          <ac:chgData name="DREYER Mathieu" userId="S::0019786@cpn-laxou.com::442add8d-55e7-43fa-a8e5-a8994caecf16" providerId="AD" clId="Web-{7D963B4F-09ED-4900-B709-5FB7C5200DD2}" dt="2026-01-13T13:35:26.629" v="20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28.208" v="21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DREYER Mathieu" userId="S::0019786@cpn-laxou.com::442add8d-55e7-43fa-a8e5-a8994caecf16" providerId="AD" clId="Web-{7D963B4F-09ED-4900-B709-5FB7C5200DD2}" dt="2026-01-13T13:36:15.677" v="40" actId="20577"/>
          <ac:spMkLst>
            <pc:docMk/>
            <pc:sldMk cId="1593920805" sldId="262"/>
            <ac:spMk id="4" creationId="{AC1C80FB-53F9-42EE-B1E6-D0F998EC5DFA}"/>
          </ac:spMkLst>
        </pc:spChg>
        <pc:spChg chg="del mod">
          <ac:chgData name="DREYER Mathieu" userId="S::0019786@cpn-laxou.com::442add8d-55e7-43fa-a8e5-a8994caecf16" providerId="AD" clId="Web-{7D963B4F-09ED-4900-B709-5FB7C5200DD2}" dt="2026-01-13T13:35:30.223" v="23"/>
          <ac:spMkLst>
            <pc:docMk/>
            <pc:sldMk cId="1593920805" sldId="262"/>
            <ac:spMk id="5" creationId="{E81BA2B5-6A90-4204-ABDD-7183FBB03A02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35.676" v="2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35.598" v="26"/>
          <ac:spMkLst>
            <pc:docMk/>
            <pc:sldMk cId="1593920805" sldId="262"/>
            <ac:spMk id="7" creationId="{301D392D-FB66-47A0-B628-5ADE822A2CFF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36.864" v="2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35.505" v="25"/>
          <ac:spMkLst>
            <pc:docMk/>
            <pc:sldMk cId="1593920805" sldId="262"/>
            <ac:spMk id="9" creationId="{868F40F8-BF35-45E9-B3DD-5436362D746E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35.411" v="24"/>
          <ac:spMkLst>
            <pc:docMk/>
            <pc:sldMk cId="1593920805" sldId="262"/>
            <ac:spMk id="10" creationId="{7F39C97C-2DDC-4706-B96C-B02FAE53A426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28.208" v="21"/>
          <ac:spMkLst>
            <pc:docMk/>
            <pc:sldMk cId="1593920805" sldId="262"/>
            <ac:spMk id="12" creationId="{3E699C05-EED9-B1B6-0C79-2B7C86642018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0.223" v="23"/>
          <ac:spMkLst>
            <pc:docMk/>
            <pc:sldMk cId="1593920805" sldId="262"/>
            <ac:spMk id="14" creationId="{D7BE98A2-28F5-B0F3-5C30-81A8C60669FD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5.411" v="24"/>
          <ac:spMkLst>
            <pc:docMk/>
            <pc:sldMk cId="1593920805" sldId="262"/>
            <ac:spMk id="16" creationId="{AA7032DE-DBE6-998F-F935-DE7382294DD3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5.505" v="25"/>
          <ac:spMkLst>
            <pc:docMk/>
            <pc:sldMk cId="1593920805" sldId="262"/>
            <ac:spMk id="18" creationId="{F27B2D21-BF3C-5682-EB2F-73DCE715F6BF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5.598" v="26"/>
          <ac:spMkLst>
            <pc:docMk/>
            <pc:sldMk cId="1593920805" sldId="262"/>
            <ac:spMk id="20" creationId="{73C0C3BD-A4DF-F970-21D5-03311549F776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5.676" v="27"/>
          <ac:spMkLst>
            <pc:docMk/>
            <pc:sldMk cId="1593920805" sldId="262"/>
            <ac:spMk id="22" creationId="{2029047C-4128-7B7B-EA4E-AE9270424738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5:36.864" v="28"/>
          <ac:spMkLst>
            <pc:docMk/>
            <pc:sldMk cId="1593920805" sldId="262"/>
            <ac:spMk id="24" creationId="{EADB7BF7-BE1C-25F9-1A3A-8318EE0BE4CB}"/>
          </ac:spMkLst>
        </pc:spChg>
      </pc:sldChg>
      <pc:sldChg chg="delSp modSp">
        <pc:chgData name="DREYER Mathieu" userId="S::0019786@cpn-laxou.com::442add8d-55e7-43fa-a8e5-a8994caecf16" providerId="AD" clId="Web-{7D963B4F-09ED-4900-B709-5FB7C5200DD2}" dt="2026-01-13T13:36:37.787" v="47" actId="20577"/>
        <pc:sldMkLst>
          <pc:docMk/>
          <pc:sldMk cId="1346372204" sldId="264"/>
        </pc:sldMkLst>
        <pc:spChg chg="mod">
          <ac:chgData name="DREYER Mathieu" userId="S::0019786@cpn-laxou.com::442add8d-55e7-43fa-a8e5-a8994caecf16" providerId="AD" clId="Web-{7D963B4F-09ED-4900-B709-5FB7C5200DD2}" dt="2026-01-13T13:36:21.443" v="42" actId="20577"/>
          <ac:spMkLst>
            <pc:docMk/>
            <pc:sldMk cId="1346372204" sldId="264"/>
            <ac:spMk id="2" creationId="{537E1C88-627C-4655-A4FB-0BB02EDB078A}"/>
          </ac:spMkLst>
        </pc:spChg>
        <pc:spChg chg="mod">
          <ac:chgData name="DREYER Mathieu" userId="S::0019786@cpn-laxou.com::442add8d-55e7-43fa-a8e5-a8994caecf16" providerId="AD" clId="Web-{7D963B4F-09ED-4900-B709-5FB7C5200DD2}" dt="2026-01-13T13:36:37.787" v="47" actId="20577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27.615" v="45"/>
          <ac:spMkLst>
            <pc:docMk/>
            <pc:sldMk cId="1346372204" sldId="264"/>
            <ac:spMk id="5" creationId="{396A095E-DB05-47EC-A2D5-47398A4A00B4}"/>
          </ac:spMkLst>
        </pc:spChg>
      </pc:sldChg>
      <pc:sldChg chg="addSp delSp modSp">
        <pc:chgData name="DREYER Mathieu" userId="S::0019786@cpn-laxou.com::442add8d-55e7-43fa-a8e5-a8994caecf16" providerId="AD" clId="Web-{7D963B4F-09ED-4900-B709-5FB7C5200DD2}" dt="2026-01-13T13:40:34.055" v="152"/>
        <pc:sldMkLst>
          <pc:docMk/>
          <pc:sldMk cId="2121178069" sldId="266"/>
        </pc:sldMkLst>
        <pc:spChg chg="mod">
          <ac:chgData name="DREYER Mathieu" userId="S::0019786@cpn-laxou.com::442add8d-55e7-43fa-a8e5-a8994caecf16" providerId="AD" clId="Web-{7D963B4F-09ED-4900-B709-5FB7C5200DD2}" dt="2026-01-13T13:40:04.195" v="135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DREYER Mathieu" userId="S::0019786@cpn-laxou.com::442add8d-55e7-43fa-a8e5-a8994caecf16" providerId="AD" clId="Web-{7D963B4F-09ED-4900-B709-5FB7C5200DD2}" dt="2026-01-13T13:40:19.164" v="146" actId="14100"/>
          <ac:spMkLst>
            <pc:docMk/>
            <pc:sldMk cId="2121178069" sldId="266"/>
            <ac:spMk id="3" creationId="{D5E1C399-8F48-44F5-9461-3C89866D4CE1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08.352" v="136"/>
          <ac:spMkLst>
            <pc:docMk/>
            <pc:sldMk cId="2121178069" sldId="266"/>
            <ac:spMk id="4" creationId="{A112B089-A8F9-45B1-BE6E-EAC10163F082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13.711" v="139"/>
          <ac:spMkLst>
            <pc:docMk/>
            <pc:sldMk cId="2121178069" sldId="266"/>
            <ac:spMk id="5" creationId="{CF515C5D-2CDB-4E66-B2B8-1451BC44247F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13.789" v="140"/>
          <ac:spMkLst>
            <pc:docMk/>
            <pc:sldMk cId="2121178069" sldId="266"/>
            <ac:spMk id="6" creationId="{0FE22F9B-4BF8-41DC-8F1C-836B546E59AD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09.555" v="137"/>
          <ac:spMkLst>
            <pc:docMk/>
            <pc:sldMk cId="2121178069" sldId="266"/>
            <ac:spMk id="7" creationId="{6B35F89A-6CDF-41F7-BD87-18B45BD7330B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13.648" v="138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DREYER Mathieu" userId="S::0019786@cpn-laxou.com::442add8d-55e7-43fa-a8e5-a8994caecf16" providerId="AD" clId="Web-{7D963B4F-09ED-4900-B709-5FB7C5200DD2}" dt="2026-01-13T13:40:24.024" v="147"/>
          <ac:spMkLst>
            <pc:docMk/>
            <pc:sldMk cId="2121178069" sldId="266"/>
            <ac:spMk id="10" creationId="{D2186069-FC8E-433D-9BB4-942220CE8CFB}"/>
          </ac:spMkLst>
        </pc:spChg>
        <pc:spChg chg="add del mod">
          <ac:chgData name="DREYER Mathieu" userId="S::0019786@cpn-laxou.com::442add8d-55e7-43fa-a8e5-a8994caecf16" providerId="AD" clId="Web-{7D963B4F-09ED-4900-B709-5FB7C5200DD2}" dt="2026-01-13T13:40:34.055" v="152"/>
          <ac:spMkLst>
            <pc:docMk/>
            <pc:sldMk cId="2121178069" sldId="266"/>
            <ac:spMk id="12" creationId="{36735670-EC46-322B-E698-17D0A5924749}"/>
          </ac:spMkLst>
        </pc:spChg>
        <pc:spChg chg="add del mod">
          <ac:chgData name="DREYER Mathieu" userId="S::0019786@cpn-laxou.com::442add8d-55e7-43fa-a8e5-a8994caecf16" providerId="AD" clId="Web-{7D963B4F-09ED-4900-B709-5FB7C5200DD2}" dt="2026-01-13T13:40:26.836" v="148"/>
          <ac:spMkLst>
            <pc:docMk/>
            <pc:sldMk cId="2121178069" sldId="266"/>
            <ac:spMk id="14" creationId="{8A8D1C7E-E89A-81E7-BF5D-C56B0173008C}"/>
          </ac:spMkLst>
        </pc:spChg>
        <pc:spChg chg="add del mod">
          <ac:chgData name="DREYER Mathieu" userId="S::0019786@cpn-laxou.com::442add8d-55e7-43fa-a8e5-a8994caecf16" providerId="AD" clId="Web-{7D963B4F-09ED-4900-B709-5FB7C5200DD2}" dt="2026-01-13T13:40:32.633" v="151"/>
          <ac:spMkLst>
            <pc:docMk/>
            <pc:sldMk cId="2121178069" sldId="266"/>
            <ac:spMk id="16" creationId="{11200E7A-459A-7DD6-43C2-B7382E296F2B}"/>
          </ac:spMkLst>
        </pc:spChg>
        <pc:spChg chg="add del mod">
          <ac:chgData name="DREYER Mathieu" userId="S::0019786@cpn-laxou.com::442add8d-55e7-43fa-a8e5-a8994caecf16" providerId="AD" clId="Web-{7D963B4F-09ED-4900-B709-5FB7C5200DD2}" dt="2026-01-13T13:40:31.383" v="150"/>
          <ac:spMkLst>
            <pc:docMk/>
            <pc:sldMk cId="2121178069" sldId="266"/>
            <ac:spMk id="18" creationId="{E3F530BF-BC73-04F3-A2ED-ADFCE8AFF4AE}"/>
          </ac:spMkLst>
        </pc:spChg>
        <pc:spChg chg="add del mod">
          <ac:chgData name="DREYER Mathieu" userId="S::0019786@cpn-laxou.com::442add8d-55e7-43fa-a8e5-a8994caecf16" providerId="AD" clId="Web-{7D963B4F-09ED-4900-B709-5FB7C5200DD2}" dt="2026-01-13T13:40:29.117" v="149"/>
          <ac:spMkLst>
            <pc:docMk/>
            <pc:sldMk cId="2121178069" sldId="266"/>
            <ac:spMk id="20" creationId="{D4438669-601E-5E5B-DFBB-3D65EC2A29FA}"/>
          </ac:spMkLst>
        </pc:spChg>
      </pc:sldChg>
      <pc:sldChg chg="add del">
        <pc:chgData name="DREYER Mathieu" userId="S::0019786@cpn-laxou.com::442add8d-55e7-43fa-a8e5-a8994caecf16" providerId="AD" clId="Web-{7D963B4F-09ED-4900-B709-5FB7C5200DD2}" dt="2026-01-13T13:41:45.024" v="193"/>
        <pc:sldMkLst>
          <pc:docMk/>
          <pc:sldMk cId="1472106130" sldId="270"/>
        </pc:sldMkLst>
      </pc:sldChg>
      <pc:sldChg chg="add del">
        <pc:chgData name="DREYER Mathieu" userId="S::0019786@cpn-laxou.com::442add8d-55e7-43fa-a8e5-a8994caecf16" providerId="AD" clId="Web-{7D963B4F-09ED-4900-B709-5FB7C5200DD2}" dt="2026-01-13T13:41:45.009" v="188"/>
        <pc:sldMkLst>
          <pc:docMk/>
          <pc:sldMk cId="920173932" sldId="275"/>
        </pc:sldMkLst>
      </pc:sldChg>
      <pc:sldChg chg="add del">
        <pc:chgData name="DREYER Mathieu" userId="S::0019786@cpn-laxou.com::442add8d-55e7-43fa-a8e5-a8994caecf16" providerId="AD" clId="Web-{7D963B4F-09ED-4900-B709-5FB7C5200DD2}" dt="2026-01-13T13:41:42.509" v="187"/>
        <pc:sldMkLst>
          <pc:docMk/>
          <pc:sldMk cId="2436493926" sldId="276"/>
        </pc:sldMkLst>
      </pc:sldChg>
      <pc:sldChg chg="delSp modSp">
        <pc:chgData name="DREYER Mathieu" userId="S::0019786@cpn-laxou.com::442add8d-55e7-43fa-a8e5-a8994caecf16" providerId="AD" clId="Web-{7D963B4F-09ED-4900-B709-5FB7C5200DD2}" dt="2026-01-13T13:35:11.004" v="17"/>
        <pc:sldMkLst>
          <pc:docMk/>
          <pc:sldMk cId="2243494996" sldId="277"/>
        </pc:sldMkLst>
        <pc:spChg chg="mod">
          <ac:chgData name="DREYER Mathieu" userId="S::0019786@cpn-laxou.com::442add8d-55e7-43fa-a8e5-a8994caecf16" providerId="AD" clId="Web-{7D963B4F-09ED-4900-B709-5FB7C5200DD2}" dt="2026-01-13T13:35:02.082" v="11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DREYER Mathieu" userId="S::0019786@cpn-laxou.com::442add8d-55e7-43fa-a8e5-a8994caecf16" providerId="AD" clId="Web-{7D963B4F-09ED-4900-B709-5FB7C5200DD2}" dt="2026-01-13T13:35:09.270" v="16" actId="14100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DREYER Mathieu" userId="S::0019786@cpn-laxou.com::442add8d-55e7-43fa-a8e5-a8994caecf16" providerId="AD" clId="Web-{7D963B4F-09ED-4900-B709-5FB7C5200DD2}" dt="2026-01-13T13:35:11.004" v="17"/>
          <ac:spMkLst>
            <pc:docMk/>
            <pc:sldMk cId="2243494996" sldId="277"/>
            <ac:spMk id="5" creationId="{AF29EA23-F34E-486A-B8B2-0C3019266975}"/>
          </ac:spMkLst>
        </pc:spChg>
      </pc:sldChg>
      <pc:sldChg chg="addSp delSp modSp">
        <pc:chgData name="DREYER Mathieu" userId="S::0019786@cpn-laxou.com::442add8d-55e7-43fa-a8e5-a8994caecf16" providerId="AD" clId="Web-{7D963B4F-09ED-4900-B709-5FB7C5200DD2}" dt="2026-01-13T13:39:28.101" v="134" actId="14100"/>
        <pc:sldMkLst>
          <pc:docMk/>
          <pc:sldMk cId="2069393026" sldId="278"/>
        </pc:sldMkLst>
        <pc:spChg chg="mod">
          <ac:chgData name="DREYER Mathieu" userId="S::0019786@cpn-laxou.com::442add8d-55e7-43fa-a8e5-a8994caecf16" providerId="AD" clId="Web-{7D963B4F-09ED-4900-B709-5FB7C5200DD2}" dt="2026-01-13T13:39:07.820" v="112" actId="20577"/>
          <ac:spMkLst>
            <pc:docMk/>
            <pc:sldMk cId="2069393026" sldId="278"/>
            <ac:spMk id="2" creationId="{8A4E0A63-A388-49B1-A04E-27CE9BD622EF}"/>
          </ac:spMkLst>
        </pc:spChg>
        <pc:spChg chg="del mod">
          <ac:chgData name="DREYER Mathieu" userId="S::0019786@cpn-laxou.com::442add8d-55e7-43fa-a8e5-a8994caecf16" providerId="AD" clId="Web-{7D963B4F-09ED-4900-B709-5FB7C5200DD2}" dt="2026-01-13T13:39:12.460" v="119"/>
          <ac:spMkLst>
            <pc:docMk/>
            <pc:sldMk cId="2069393026" sldId="278"/>
            <ac:spMk id="3" creationId="{005C44B1-BA82-483C-BD91-F89067442F9E}"/>
          </ac:spMkLst>
        </pc:spChg>
        <pc:spChg chg="del">
          <ac:chgData name="DREYER Mathieu" userId="S::0019786@cpn-laxou.com::442add8d-55e7-43fa-a8e5-a8994caecf16" providerId="AD" clId="Web-{7D963B4F-09ED-4900-B709-5FB7C5200DD2}" dt="2026-01-13T13:39:10.695" v="113"/>
          <ac:spMkLst>
            <pc:docMk/>
            <pc:sldMk cId="2069393026" sldId="278"/>
            <ac:spMk id="5" creationId="{06E82690-B145-4D4F-B2D1-0B2A8C50FD71}"/>
          </ac:spMkLst>
        </pc:spChg>
        <pc:spChg chg="del">
          <ac:chgData name="DREYER Mathieu" userId="S::0019786@cpn-laxou.com::442add8d-55e7-43fa-a8e5-a8994caecf16" providerId="AD" clId="Web-{7D963B4F-09ED-4900-B709-5FB7C5200DD2}" dt="2026-01-13T13:39:10.960" v="117"/>
          <ac:spMkLst>
            <pc:docMk/>
            <pc:sldMk cId="2069393026" sldId="278"/>
            <ac:spMk id="6" creationId="{7640DF9D-0C9E-4C5D-9635-6B4DE10CCEE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9:10.898" v="116"/>
          <ac:spMkLst>
            <pc:docMk/>
            <pc:sldMk cId="2069393026" sldId="278"/>
            <ac:spMk id="7" creationId="{40297407-CE4E-4284-879D-AEC39571362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9:10.820" v="115"/>
          <ac:spMkLst>
            <pc:docMk/>
            <pc:sldMk cId="2069393026" sldId="278"/>
            <ac:spMk id="8" creationId="{F5C3A7BE-F7FC-4942-A31A-491A8A806103}"/>
          </ac:spMkLst>
        </pc:spChg>
        <pc:spChg chg="mod">
          <ac:chgData name="DREYER Mathieu" userId="S::0019786@cpn-laxou.com::442add8d-55e7-43fa-a8e5-a8994caecf16" providerId="AD" clId="Web-{7D963B4F-09ED-4900-B709-5FB7C5200DD2}" dt="2026-01-13T13:39:28.101" v="134" actId="14100"/>
          <ac:spMkLst>
            <pc:docMk/>
            <pc:sldMk cId="2069393026" sldId="278"/>
            <ac:spMk id="9" creationId="{95CCE699-03D1-4642-B46A-B14EF17DA183}"/>
          </ac:spMkLst>
        </pc:spChg>
        <pc:spChg chg="del">
          <ac:chgData name="DREYER Mathieu" userId="S::0019786@cpn-laxou.com::442add8d-55e7-43fa-a8e5-a8994caecf16" providerId="AD" clId="Web-{7D963B4F-09ED-4900-B709-5FB7C5200DD2}" dt="2026-01-13T13:39:10.757" v="114"/>
          <ac:spMkLst>
            <pc:docMk/>
            <pc:sldMk cId="2069393026" sldId="278"/>
            <ac:spMk id="10" creationId="{BC1DF189-6F2F-4C21-88CC-C82D3D0D147B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9:10.695" v="113"/>
          <ac:spMkLst>
            <pc:docMk/>
            <pc:sldMk cId="2069393026" sldId="278"/>
            <ac:spMk id="12" creationId="{6520B194-FD78-CFDC-0577-92722EBEAC87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9:10.757" v="114"/>
          <ac:spMkLst>
            <pc:docMk/>
            <pc:sldMk cId="2069393026" sldId="278"/>
            <ac:spMk id="14" creationId="{A73596CE-2AA9-2E53-9052-323E112B5024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9:10.820" v="115"/>
          <ac:spMkLst>
            <pc:docMk/>
            <pc:sldMk cId="2069393026" sldId="278"/>
            <ac:spMk id="16" creationId="{AC82391E-C5D9-84F8-BC82-C49B1B56B5DC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9:10.898" v="116"/>
          <ac:spMkLst>
            <pc:docMk/>
            <pc:sldMk cId="2069393026" sldId="278"/>
            <ac:spMk id="18" creationId="{38B8EF23-2E90-3341-F29C-3C6CCC669EE1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9:10.960" v="117"/>
          <ac:spMkLst>
            <pc:docMk/>
            <pc:sldMk cId="2069393026" sldId="278"/>
            <ac:spMk id="20" creationId="{E6912AA2-8796-2365-6E49-223D83D5EFE1}"/>
          </ac:spMkLst>
        </pc:spChg>
      </pc:sldChg>
      <pc:sldChg chg="add del">
        <pc:chgData name="DREYER Mathieu" userId="S::0019786@cpn-laxou.com::442add8d-55e7-43fa-a8e5-a8994caecf16" providerId="AD" clId="Web-{7D963B4F-09ED-4900-B709-5FB7C5200DD2}" dt="2026-01-13T13:41:45.024" v="194"/>
        <pc:sldMkLst>
          <pc:docMk/>
          <pc:sldMk cId="1417396711" sldId="280"/>
        </pc:sldMkLst>
      </pc:sldChg>
      <pc:sldChg chg="add del">
        <pc:chgData name="DREYER Mathieu" userId="S::0019786@cpn-laxou.com::442add8d-55e7-43fa-a8e5-a8994caecf16" providerId="AD" clId="Web-{7D963B4F-09ED-4900-B709-5FB7C5200DD2}" dt="2026-01-13T13:41:45.009" v="190"/>
        <pc:sldMkLst>
          <pc:docMk/>
          <pc:sldMk cId="3477453048" sldId="282"/>
        </pc:sldMkLst>
      </pc:sldChg>
      <pc:sldChg chg="add del">
        <pc:chgData name="DREYER Mathieu" userId="S::0019786@cpn-laxou.com::442add8d-55e7-43fa-a8e5-a8994caecf16" providerId="AD" clId="Web-{7D963B4F-09ED-4900-B709-5FB7C5200DD2}" dt="2026-01-13T13:41:45.009" v="189"/>
        <pc:sldMkLst>
          <pc:docMk/>
          <pc:sldMk cId="3396266754" sldId="283"/>
        </pc:sldMkLst>
      </pc:sldChg>
      <pc:sldChg chg="add del">
        <pc:chgData name="DREYER Mathieu" userId="S::0019786@cpn-laxou.com::442add8d-55e7-43fa-a8e5-a8994caecf16" providerId="AD" clId="Web-{7D963B4F-09ED-4900-B709-5FB7C5200DD2}" dt="2026-01-13T13:41:45.024" v="192"/>
        <pc:sldMkLst>
          <pc:docMk/>
          <pc:sldMk cId="57897592" sldId="287"/>
        </pc:sldMkLst>
      </pc:sldChg>
      <pc:sldChg chg="addSp delSp modSp ord">
        <pc:chgData name="DREYER Mathieu" userId="S::0019786@cpn-laxou.com::442add8d-55e7-43fa-a8e5-a8994caecf16" providerId="AD" clId="Web-{7D963B4F-09ED-4900-B709-5FB7C5200DD2}" dt="2026-01-13T13:37:13.162" v="87" actId="14100"/>
        <pc:sldMkLst>
          <pc:docMk/>
          <pc:sldMk cId="1844941827" sldId="289"/>
        </pc:sldMkLst>
        <pc:spChg chg="mod">
          <ac:chgData name="DREYER Mathieu" userId="S::0019786@cpn-laxou.com::442add8d-55e7-43fa-a8e5-a8994caecf16" providerId="AD" clId="Web-{7D963B4F-09ED-4900-B709-5FB7C5200DD2}" dt="2026-01-13T13:36:48.256" v="65" actId="20577"/>
          <ac:spMkLst>
            <pc:docMk/>
            <pc:sldMk cId="1844941827" sldId="289"/>
            <ac:spMk id="2" creationId="{75031FE9-9059-4FE8-B4AC-9771F23A1B89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1.068" v="69"/>
          <ac:spMkLst>
            <pc:docMk/>
            <pc:sldMk cId="1844941827" sldId="289"/>
            <ac:spMk id="3" creationId="{D4A2EB3F-4D60-451F-8F45-7D6654D2FCD9}"/>
          </ac:spMkLst>
        </pc:spChg>
        <pc:spChg chg="mod">
          <ac:chgData name="DREYER Mathieu" userId="S::0019786@cpn-laxou.com::442add8d-55e7-43fa-a8e5-a8994caecf16" providerId="AD" clId="Web-{7D963B4F-09ED-4900-B709-5FB7C5200DD2}" dt="2026-01-13T13:37:13.162" v="87" actId="14100"/>
          <ac:spMkLst>
            <pc:docMk/>
            <pc:sldMk cId="1844941827" sldId="289"/>
            <ac:spMk id="4" creationId="{AC1C80FB-53F9-42EE-B1E6-D0F998EC5DFA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2.381" v="70"/>
          <ac:spMkLst>
            <pc:docMk/>
            <pc:sldMk cId="1844941827" sldId="289"/>
            <ac:spMk id="5" creationId="{E81BA2B5-6A90-4204-ABDD-7183FBB03A02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5.928" v="75"/>
          <ac:spMkLst>
            <pc:docMk/>
            <pc:sldMk cId="1844941827" sldId="289"/>
            <ac:spMk id="6" creationId="{7E7D4C34-22A0-4D54-A07D-E1E9A11463E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5.834" v="74"/>
          <ac:spMkLst>
            <pc:docMk/>
            <pc:sldMk cId="1844941827" sldId="289"/>
            <ac:spMk id="7" creationId="{301D392D-FB66-47A0-B628-5ADE822A2CFF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5.756" v="73"/>
          <ac:spMkLst>
            <pc:docMk/>
            <pc:sldMk cId="1844941827" sldId="289"/>
            <ac:spMk id="8" creationId="{51C26CE0-2506-4B44-A26F-C12BFA5B18B5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5.662" v="72"/>
          <ac:spMkLst>
            <pc:docMk/>
            <pc:sldMk cId="1844941827" sldId="289"/>
            <ac:spMk id="9" creationId="{868F40F8-BF35-45E9-B3DD-5436362D746E}"/>
          </ac:spMkLst>
        </pc:spChg>
        <pc:spChg chg="del">
          <ac:chgData name="DREYER Mathieu" userId="S::0019786@cpn-laxou.com::442add8d-55e7-43fa-a8e5-a8994caecf16" providerId="AD" clId="Web-{7D963B4F-09ED-4900-B709-5FB7C5200DD2}" dt="2026-01-13T13:36:55.584" v="71"/>
          <ac:spMkLst>
            <pc:docMk/>
            <pc:sldMk cId="1844941827" sldId="289"/>
            <ac:spMk id="10" creationId="{7F39C97C-2DDC-4706-B96C-B02FAE53A426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1.068" v="69"/>
          <ac:spMkLst>
            <pc:docMk/>
            <pc:sldMk cId="1844941827" sldId="289"/>
            <ac:spMk id="12" creationId="{5B7F32A4-418C-4E7D-82E2-7ADCC3EBDAC3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2.381" v="70"/>
          <ac:spMkLst>
            <pc:docMk/>
            <pc:sldMk cId="1844941827" sldId="289"/>
            <ac:spMk id="14" creationId="{DC1847A2-69EA-01AA-40FC-1E4D6E507276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5.584" v="71"/>
          <ac:spMkLst>
            <pc:docMk/>
            <pc:sldMk cId="1844941827" sldId="289"/>
            <ac:spMk id="16" creationId="{670A8A45-8EB6-8738-F7E0-C2D241EEC0D9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5.662" v="72"/>
          <ac:spMkLst>
            <pc:docMk/>
            <pc:sldMk cId="1844941827" sldId="289"/>
            <ac:spMk id="18" creationId="{A680E206-2984-B27C-144C-024C14C72AFD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5.756" v="73"/>
          <ac:spMkLst>
            <pc:docMk/>
            <pc:sldMk cId="1844941827" sldId="289"/>
            <ac:spMk id="20" creationId="{6EE5B77B-E1C3-735B-6D04-929ED1558E83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5.834" v="74"/>
          <ac:spMkLst>
            <pc:docMk/>
            <pc:sldMk cId="1844941827" sldId="289"/>
            <ac:spMk id="24" creationId="{0D3D127C-5C9C-405F-CEEB-ACAEC1EF3BBB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6:55.928" v="75"/>
          <ac:spMkLst>
            <pc:docMk/>
            <pc:sldMk cId="1844941827" sldId="289"/>
            <ac:spMk id="26" creationId="{308A229A-FB50-CDCB-A235-93A2513D20F2}"/>
          </ac:spMkLst>
        </pc:spChg>
      </pc:sldChg>
      <pc:sldChg chg="addSp delSp modSp">
        <pc:chgData name="DREYER Mathieu" userId="S::0019786@cpn-laxou.com::442add8d-55e7-43fa-a8e5-a8994caecf16" providerId="AD" clId="Web-{7D963B4F-09ED-4900-B709-5FB7C5200DD2}" dt="2026-01-13T13:41:26.743" v="169"/>
        <pc:sldMkLst>
          <pc:docMk/>
          <pc:sldMk cId="404854312" sldId="292"/>
        </pc:sldMkLst>
        <pc:spChg chg="mod">
          <ac:chgData name="DREYER Mathieu" userId="S::0019786@cpn-laxou.com::442add8d-55e7-43fa-a8e5-a8994caecf16" providerId="AD" clId="Web-{7D963B4F-09ED-4900-B709-5FB7C5200DD2}" dt="2026-01-13T13:41:03.524" v="156" actId="20577"/>
          <ac:spMkLst>
            <pc:docMk/>
            <pc:sldMk cId="404854312" sldId="292"/>
            <ac:spMk id="2" creationId="{5864BC4F-3D59-464A-857E-6F155B368ED7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571" v="160"/>
          <ac:spMkLst>
            <pc:docMk/>
            <pc:sldMk cId="404854312" sldId="292"/>
            <ac:spMk id="4" creationId="{2530B0C3-14EC-DE15-A976-07CF955BD8AC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649" v="161"/>
          <ac:spMkLst>
            <pc:docMk/>
            <pc:sldMk cId="404854312" sldId="292"/>
            <ac:spMk id="8" creationId="{CC1417BE-6DBD-9408-F4CF-5C0A6F486A1C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5.211" v="167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5.103" v="166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993" v="165"/>
          <ac:spMkLst>
            <pc:docMk/>
            <pc:sldMk cId="404854312" sldId="292"/>
            <ac:spMk id="11" creationId="{C4EAD5C6-02F0-4D27-8D85-1BD5EA833D6F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727" v="162"/>
          <ac:spMkLst>
            <pc:docMk/>
            <pc:sldMk cId="404854312" sldId="292"/>
            <ac:spMk id="13" creationId="{C589E193-8D56-DFBC-A720-8621EEE28372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805" v="163"/>
          <ac:spMkLst>
            <pc:docMk/>
            <pc:sldMk cId="404854312" sldId="292"/>
            <ac:spMk id="15" creationId="{DEF08450-37F8-7918-EBC9-622F7528059A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899" v="164"/>
          <ac:spMkLst>
            <pc:docMk/>
            <pc:sldMk cId="404854312" sldId="292"/>
            <ac:spMk id="17" creationId="{D9B01E76-A9D5-765B-B4C2-EC068DD63B7A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899" v="164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DREYER Mathieu" userId="S::0019786@cpn-laxou.com::442add8d-55e7-43fa-a8e5-a8994caecf16" providerId="AD" clId="Web-{7D963B4F-09ED-4900-B709-5FB7C5200DD2}" dt="2026-01-13T13:41:07.227" v="159" actId="20577"/>
          <ac:spMkLst>
            <pc:docMk/>
            <pc:sldMk cId="404854312" sldId="292"/>
            <ac:spMk id="20" creationId="{BC46925A-8382-42EB-891C-DBB4EAAA33F8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649" v="161"/>
          <ac:spMkLst>
            <pc:docMk/>
            <pc:sldMk cId="404854312" sldId="292"/>
            <ac:spMk id="21" creationId="{318AFADE-B54F-4988-8000-B9336A395336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805" v="163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727" v="162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DREYER Mathieu" userId="S::0019786@cpn-laxou.com::442add8d-55e7-43fa-a8e5-a8994caecf16" providerId="AD" clId="Web-{7D963B4F-09ED-4900-B709-5FB7C5200DD2}" dt="2026-01-13T13:41:14.571" v="160"/>
          <ac:spMkLst>
            <pc:docMk/>
            <pc:sldMk cId="404854312" sldId="292"/>
            <ac:spMk id="24" creationId="{5AA25980-D334-4FC0-9091-936E53B8D321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4.993" v="165"/>
          <ac:spMkLst>
            <pc:docMk/>
            <pc:sldMk cId="404854312" sldId="292"/>
            <ac:spMk id="25" creationId="{78EA4715-417C-FCD0-899B-50BDF095E4BB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5.103" v="166"/>
          <ac:spMkLst>
            <pc:docMk/>
            <pc:sldMk cId="404854312" sldId="292"/>
            <ac:spMk id="27" creationId="{0F2E191E-B231-3228-4C1F-44AF15CE1E2F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15.211" v="167"/>
          <ac:spMkLst>
            <pc:docMk/>
            <pc:sldMk cId="404854312" sldId="292"/>
            <ac:spMk id="29" creationId="{8CFB6499-89B9-EEA3-15CE-22D0F5563F75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41:26.743" v="169"/>
          <ac:spMkLst>
            <pc:docMk/>
            <pc:sldMk cId="404854312" sldId="292"/>
            <ac:spMk id="30" creationId="{B54F3ACF-0851-5CD5-EFEB-960993CD3298}"/>
          </ac:spMkLst>
        </pc:spChg>
      </pc:sldChg>
      <pc:sldChg chg="add del">
        <pc:chgData name="DREYER Mathieu" userId="S::0019786@cpn-laxou.com::442add8d-55e7-43fa-a8e5-a8994caecf16" providerId="AD" clId="Web-{7D963B4F-09ED-4900-B709-5FB7C5200DD2}" dt="2026-01-13T13:41:45.024" v="195"/>
        <pc:sldMkLst>
          <pc:docMk/>
          <pc:sldMk cId="1057409390" sldId="293"/>
        </pc:sldMkLst>
      </pc:sldChg>
      <pc:sldChg chg="add del replId">
        <pc:chgData name="DREYER Mathieu" userId="S::0019786@cpn-laxou.com::442add8d-55e7-43fa-a8e5-a8994caecf16" providerId="AD" clId="Web-{7D963B4F-09ED-4900-B709-5FB7C5200DD2}" dt="2026-01-13T13:34:44.191" v="2"/>
        <pc:sldMkLst>
          <pc:docMk/>
          <pc:sldMk cId="2900382394" sldId="294"/>
        </pc:sldMkLst>
      </pc:sldChg>
      <pc:sldChg chg="modSp add replId">
        <pc:chgData name="DREYER Mathieu" userId="S::0019786@cpn-laxou.com::442add8d-55e7-43fa-a8e5-a8994caecf16" providerId="AD" clId="Web-{7D963B4F-09ED-4900-B709-5FB7C5200DD2}" dt="2026-01-13T13:34:54.035" v="8" actId="20577"/>
        <pc:sldMkLst>
          <pc:docMk/>
          <pc:sldMk cId="3490922341" sldId="294"/>
        </pc:sldMkLst>
        <pc:spChg chg="mod">
          <ac:chgData name="DREYER Mathieu" userId="S::0019786@cpn-laxou.com::442add8d-55e7-43fa-a8e5-a8994caecf16" providerId="AD" clId="Web-{7D963B4F-09ED-4900-B709-5FB7C5200DD2}" dt="2026-01-13T13:34:50.394" v="5" actId="20577"/>
          <ac:spMkLst>
            <pc:docMk/>
            <pc:sldMk cId="3490922341" sldId="294"/>
            <ac:spMk id="2" creationId="{20FB6DA4-15A5-1ABB-8D24-810AAD8493D5}"/>
          </ac:spMkLst>
        </pc:spChg>
        <pc:spChg chg="mod">
          <ac:chgData name="DREYER Mathieu" userId="S::0019786@cpn-laxou.com::442add8d-55e7-43fa-a8e5-a8994caecf16" providerId="AD" clId="Web-{7D963B4F-09ED-4900-B709-5FB7C5200DD2}" dt="2026-01-13T13:34:54.035" v="8" actId="20577"/>
          <ac:spMkLst>
            <pc:docMk/>
            <pc:sldMk cId="3490922341" sldId="294"/>
            <ac:spMk id="3" creationId="{04939B31-7BBB-A8AB-90D9-D3559B41F534}"/>
          </ac:spMkLst>
        </pc:spChg>
      </pc:sldChg>
      <pc:sldChg chg="modSp add del replId">
        <pc:chgData name="DREYER Mathieu" userId="S::0019786@cpn-laxou.com::442add8d-55e7-43fa-a8e5-a8994caecf16" providerId="AD" clId="Web-{7D963B4F-09ED-4900-B709-5FB7C5200DD2}" dt="2026-01-13T13:38:27.366" v="96"/>
        <pc:sldMkLst>
          <pc:docMk/>
          <pc:sldMk cId="3904375303" sldId="295"/>
        </pc:sldMkLst>
        <pc:spChg chg="mod">
          <ac:chgData name="DREYER Mathieu" userId="S::0019786@cpn-laxou.com::442add8d-55e7-43fa-a8e5-a8994caecf16" providerId="AD" clId="Web-{7D963B4F-09ED-4900-B709-5FB7C5200DD2}" dt="2026-01-13T13:37:31.600" v="89" actId="20577"/>
          <ac:spMkLst>
            <pc:docMk/>
            <pc:sldMk cId="3904375303" sldId="295"/>
            <ac:spMk id="2" creationId="{157E4A3E-D154-56A5-8B38-60C9CE494FEE}"/>
          </ac:spMkLst>
        </pc:spChg>
      </pc:sldChg>
      <pc:sldChg chg="modSp add replId">
        <pc:chgData name="DREYER Mathieu" userId="S::0019786@cpn-laxou.com::442add8d-55e7-43fa-a8e5-a8994caecf16" providerId="AD" clId="Web-{7D963B4F-09ED-4900-B709-5FB7C5200DD2}" dt="2026-01-13T13:38:23.913" v="95" actId="20577"/>
        <pc:sldMkLst>
          <pc:docMk/>
          <pc:sldMk cId="1133462419" sldId="296"/>
        </pc:sldMkLst>
        <pc:spChg chg="mod">
          <ac:chgData name="DREYER Mathieu" userId="S::0019786@cpn-laxou.com::442add8d-55e7-43fa-a8e5-a8994caecf16" providerId="AD" clId="Web-{7D963B4F-09ED-4900-B709-5FB7C5200DD2}" dt="2026-01-13T13:38:11.616" v="92" actId="20577"/>
          <ac:spMkLst>
            <pc:docMk/>
            <pc:sldMk cId="1133462419" sldId="296"/>
            <ac:spMk id="2" creationId="{304E01F8-4992-68A6-BCDB-52F3373DF011}"/>
          </ac:spMkLst>
        </pc:spChg>
        <pc:spChg chg="mod">
          <ac:chgData name="DREYER Mathieu" userId="S::0019786@cpn-laxou.com::442add8d-55e7-43fa-a8e5-a8994caecf16" providerId="AD" clId="Web-{7D963B4F-09ED-4900-B709-5FB7C5200DD2}" dt="2026-01-13T13:38:23.913" v="95" actId="20577"/>
          <ac:spMkLst>
            <pc:docMk/>
            <pc:sldMk cId="1133462419" sldId="296"/>
            <ac:spMk id="3" creationId="{702DABDB-B33B-533A-5976-604B53DC4283}"/>
          </ac:spMkLst>
        </pc:spChg>
      </pc:sldChg>
      <pc:sldChg chg="add del replId">
        <pc:chgData name="DREYER Mathieu" userId="S::0019786@cpn-laxou.com::442add8d-55e7-43fa-a8e5-a8994caecf16" providerId="AD" clId="Web-{7D963B4F-09ED-4900-B709-5FB7C5200DD2}" dt="2026-01-13T13:38:46.366" v="105"/>
        <pc:sldMkLst>
          <pc:docMk/>
          <pc:sldMk cId="3664463803" sldId="297"/>
        </pc:sldMkLst>
      </pc:sldChg>
      <pc:sldChg chg="addSp modSp add replId">
        <pc:chgData name="DREYER Mathieu" userId="S::0019786@cpn-laxou.com::442add8d-55e7-43fa-a8e5-a8994caecf16" providerId="AD" clId="Web-{7D963B4F-09ED-4900-B709-5FB7C5200DD2}" dt="2026-01-13T13:38:57.554" v="110" actId="20577"/>
        <pc:sldMkLst>
          <pc:docMk/>
          <pc:sldMk cId="364280333" sldId="298"/>
        </pc:sldMkLst>
        <pc:spChg chg="mod">
          <ac:chgData name="DREYER Mathieu" userId="S::0019786@cpn-laxou.com::442add8d-55e7-43fa-a8e5-a8994caecf16" providerId="AD" clId="Web-{7D963B4F-09ED-4900-B709-5FB7C5200DD2}" dt="2026-01-13T13:38:42.991" v="103" actId="20577"/>
          <ac:spMkLst>
            <pc:docMk/>
            <pc:sldMk cId="364280333" sldId="298"/>
            <ac:spMk id="2" creationId="{A41EA99C-D147-43FF-1E42-301396BC58E0}"/>
          </ac:spMkLst>
        </pc:spChg>
        <pc:spChg chg="add mod">
          <ac:chgData name="DREYER Mathieu" userId="S::0019786@cpn-laxou.com::442add8d-55e7-43fa-a8e5-a8994caecf16" providerId="AD" clId="Web-{7D963B4F-09ED-4900-B709-5FB7C5200DD2}" dt="2026-01-13T13:38:57.554" v="110" actId="20577"/>
          <ac:spMkLst>
            <pc:docMk/>
            <pc:sldMk cId="364280333" sldId="298"/>
            <ac:spMk id="3" creationId="{F0140C51-1C2D-9E45-4322-E74E8AD229C3}"/>
          </ac:spMkLst>
        </pc:spChg>
      </pc:sldChg>
      <pc:sldChg chg="modSp add replId">
        <pc:chgData name="DREYER Mathieu" userId="S::0019786@cpn-laxou.com::442add8d-55e7-43fa-a8e5-a8994caecf16" providerId="AD" clId="Web-{7D963B4F-09ED-4900-B709-5FB7C5200DD2}" dt="2026-01-13T13:43:45.481" v="225" actId="20577"/>
        <pc:sldMkLst>
          <pc:docMk/>
          <pc:sldMk cId="1385555401" sldId="299"/>
        </pc:sldMkLst>
        <pc:spChg chg="mod">
          <ac:chgData name="DREYER Mathieu" userId="S::0019786@cpn-laxou.com::442add8d-55e7-43fa-a8e5-a8994caecf16" providerId="AD" clId="Web-{7D963B4F-09ED-4900-B709-5FB7C5200DD2}" dt="2026-01-13T13:42:02.274" v="204" actId="20577"/>
          <ac:spMkLst>
            <pc:docMk/>
            <pc:sldMk cId="1385555401" sldId="299"/>
            <ac:spMk id="2" creationId="{0273C5FB-2D13-62B3-6F81-A24062F15D9D}"/>
          </ac:spMkLst>
        </pc:spChg>
        <pc:spChg chg="mod">
          <ac:chgData name="DREYER Mathieu" userId="S::0019786@cpn-laxou.com::442add8d-55e7-43fa-a8e5-a8994caecf16" providerId="AD" clId="Web-{7D963B4F-09ED-4900-B709-5FB7C5200DD2}" dt="2026-01-13T13:43:45.481" v="225" actId="20577"/>
          <ac:spMkLst>
            <pc:docMk/>
            <pc:sldMk cId="1385555401" sldId="299"/>
            <ac:spMk id="3" creationId="{B2EBCA8D-6704-EC28-41CE-6778E91128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33789C-8E93-49DC-A8CA-83D19626E643}" type="datetime1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C44E-A7B4-4ED5-A7DE-54DBAAE78A61}" type="datetime1">
              <a:rPr lang="en-GB" smtClean="0"/>
              <a:pPr/>
              <a:t>13/01/2026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67FA-9135-C34A-78CD-13BC582A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07FEF-6186-EAA9-8C86-7D0286802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E48A2-E37C-0DD0-26B6-5333A9606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991B3-7789-97BB-0323-D3CCA5CA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80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0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81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2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730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7AA3-3F55-489E-2A19-B9F06F6A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39B87-6085-19EA-369E-199EED62A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3C376-EB81-7850-E114-78065425C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5C32-B59A-255C-FAA9-E4735EC59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17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AAD2-8515-6BF4-BD65-887893AF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A7ECC-DEC1-2A2A-59D7-AEEB8A542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95B19-EC8F-685E-118A-75F9B5EAB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ABBE2-BDC8-9EF5-D562-F71B6B33A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90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751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108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8AE4-BD96-14A1-507E-352816EB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788AE-1C25-CDA5-C4C9-D7BA1CBDA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3246E-A8BF-56A4-6343-56DF1651E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57CDE-7D40-A772-1890-6D1BF5F2F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22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29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00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endParaRPr lang="en-GB" noProof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 rtlCol="0"/>
          <a:lstStyle/>
          <a:p>
            <a:pPr rtl="0"/>
            <a:r>
              <a:rPr lang="en-GB" noProof="0"/>
              <a:t>Click icon to add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83357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  <p:sldLayoutId id="214748368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pots.gouv.f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hyperlink" Target="NULL" TargetMode="External"/><Relationship Id="rId4" Type="http://schemas.openxmlformats.org/officeDocument/2006/relationships/hyperlink" Target="http://www.impots-remboursement.info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60CF-FFBD-8248-97CC-5A50E7CF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6DA4-15A5-1ABB-8D24-810AAD849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Internet au </a:t>
            </a:r>
            <a:r>
              <a:rPr lang="en-GB" dirty="0" err="1">
                <a:ea typeface="+mj-lt"/>
                <a:cs typeface="+mj-lt"/>
              </a:rPr>
              <a:t>quotidien</a:t>
            </a:r>
            <a:r>
              <a:rPr lang="en-GB" dirty="0">
                <a:ea typeface="+mj-lt"/>
                <a:cs typeface="+mj-lt"/>
              </a:rPr>
              <a:t> : </a:t>
            </a:r>
            <a:r>
              <a:rPr lang="en-GB" dirty="0" err="1">
                <a:ea typeface="+mj-lt"/>
                <a:cs typeface="+mj-lt"/>
              </a:rPr>
              <a:t>météo</a:t>
            </a:r>
            <a:r>
              <a:rPr lang="en-GB" dirty="0">
                <a:ea typeface="+mj-lt"/>
                <a:cs typeface="+mj-lt"/>
              </a:rPr>
              <a:t>, </a:t>
            </a:r>
            <a:r>
              <a:rPr lang="en-GB" dirty="0" err="1">
                <a:ea typeface="+mj-lt"/>
                <a:cs typeface="+mj-lt"/>
              </a:rPr>
              <a:t>itinéraires</a:t>
            </a:r>
            <a:r>
              <a:rPr lang="en-GB" dirty="0">
                <a:ea typeface="+mj-lt"/>
                <a:cs typeface="+mj-lt"/>
              </a:rPr>
              <a:t>, </a:t>
            </a:r>
            <a:r>
              <a:rPr lang="en-GB" dirty="0" err="1">
                <a:ea typeface="+mj-lt"/>
                <a:cs typeface="+mj-lt"/>
              </a:rPr>
              <a:t>recettes</a:t>
            </a:r>
            <a:r>
              <a:rPr lang="en-GB" dirty="0">
                <a:ea typeface="+mj-lt"/>
                <a:cs typeface="+mj-lt"/>
              </a:rPr>
              <a:t> et </a:t>
            </a:r>
            <a:r>
              <a:rPr lang="en-GB" dirty="0" err="1">
                <a:ea typeface="+mj-lt"/>
                <a:cs typeface="+mj-lt"/>
              </a:rPr>
              <a:t>vidéos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39B31-7BBB-A8AB-90D9-D3559B41F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Dreyer Mathieu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2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Objectifs</a:t>
            </a:r>
            <a:r>
              <a:rPr lang="en-GB" dirty="0">
                <a:ea typeface="+mj-lt"/>
                <a:cs typeface="+mj-lt"/>
              </a:rPr>
              <a:t> du </a:t>
            </a:r>
            <a:r>
              <a:rPr lang="en-GB" dirty="0" err="1">
                <a:ea typeface="+mj-lt"/>
                <a:cs typeface="+mj-lt"/>
              </a:rPr>
              <a:t>cours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4323483" cy="2519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Découvrir</a:t>
            </a:r>
            <a:r>
              <a:rPr lang="en-GB" dirty="0">
                <a:ea typeface="+mn-lt"/>
                <a:cs typeface="+mn-lt"/>
              </a:rPr>
              <a:t> des usages pratiques </a:t>
            </a:r>
            <a:r>
              <a:rPr lang="en-GB" dirty="0" err="1">
                <a:ea typeface="+mn-lt"/>
                <a:cs typeface="+mn-lt"/>
              </a:rPr>
              <a:t>d'Internet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- Consulter la </a:t>
            </a:r>
            <a:r>
              <a:rPr lang="en-GB" dirty="0" err="1">
                <a:ea typeface="+mn-lt"/>
                <a:cs typeface="+mn-lt"/>
              </a:rPr>
              <a:t>météo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- </a:t>
            </a:r>
            <a:r>
              <a:rPr lang="en-GB" dirty="0" err="1">
                <a:ea typeface="+mn-lt"/>
                <a:cs typeface="+mn-lt"/>
              </a:rPr>
              <a:t>Rechercher</a:t>
            </a:r>
            <a:r>
              <a:rPr lang="en-GB" dirty="0">
                <a:ea typeface="+mn-lt"/>
                <a:cs typeface="+mn-lt"/>
              </a:rPr>
              <a:t> un </a:t>
            </a:r>
            <a:r>
              <a:rPr lang="en-GB" dirty="0" err="1">
                <a:ea typeface="+mn-lt"/>
                <a:cs typeface="+mn-lt"/>
              </a:rPr>
              <a:t>itinéraire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- </a:t>
            </a: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dirty="0" err="1">
                <a:ea typeface="+mn-lt"/>
                <a:cs typeface="+mn-lt"/>
              </a:rPr>
              <a:t>recettes</a:t>
            </a:r>
            <a:r>
              <a:rPr lang="en-GB" dirty="0">
                <a:ea typeface="+mn-lt"/>
                <a:cs typeface="+mn-lt"/>
              </a:rPr>
              <a:t> de cuisine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- </a:t>
            </a:r>
            <a:r>
              <a:rPr lang="en-GB" dirty="0" err="1">
                <a:ea typeface="+mn-lt"/>
                <a:cs typeface="+mn-lt"/>
              </a:rPr>
              <a:t>Regarder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dirty="0" err="1">
                <a:ea typeface="+mn-lt"/>
                <a:cs typeface="+mn-lt"/>
              </a:rPr>
              <a:t>vidéos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ou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dirty="0" err="1">
                <a:ea typeface="+mn-lt"/>
                <a:cs typeface="+mn-lt"/>
              </a:rPr>
              <a:t>émissions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en</a:t>
            </a:r>
            <a:r>
              <a:rPr lang="en-GB" dirty="0">
                <a:ea typeface="+mn-lt"/>
                <a:cs typeface="+mn-lt"/>
              </a:rPr>
              <a:t> replay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Utiliser Internet avec plaisir, sans stress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 err="1">
                <a:ea typeface="+mj-lt"/>
                <a:cs typeface="+mj-lt"/>
              </a:rPr>
              <a:t>Trouver</a:t>
            </a:r>
            <a:r>
              <a:rPr lang="en-GB">
                <a:ea typeface="+mj-lt"/>
                <a:cs typeface="+mj-lt"/>
              </a:rPr>
              <a:t> la météo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8083484" cy="26592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dirty="0" err="1">
                <a:ea typeface="+mn-lt"/>
                <a:cs typeface="+mn-lt"/>
              </a:rPr>
              <a:t>Ouvrir</a:t>
            </a:r>
            <a:r>
              <a:rPr lang="en-GB" sz="1800" dirty="0">
                <a:ea typeface="+mn-lt"/>
                <a:cs typeface="+mn-lt"/>
              </a:rPr>
              <a:t> un </a:t>
            </a:r>
            <a:r>
              <a:rPr lang="en-GB" sz="1800" dirty="0" err="1">
                <a:ea typeface="+mn-lt"/>
                <a:cs typeface="+mn-lt"/>
              </a:rPr>
              <a:t>navigateur</a:t>
            </a:r>
            <a:r>
              <a:rPr lang="en-GB" sz="1800" dirty="0">
                <a:ea typeface="+mn-lt"/>
                <a:cs typeface="+mn-lt"/>
              </a:rPr>
              <a:t> (ex. Google Chrome)</a:t>
            </a:r>
            <a:endParaRPr lang="en-US" sz="1800">
              <a:ea typeface="+mn-lt"/>
              <a:cs typeface="+mn-lt"/>
            </a:endParaRPr>
          </a:p>
          <a:p>
            <a:r>
              <a:rPr lang="en-GB" sz="1800" dirty="0">
                <a:ea typeface="+mn-lt"/>
                <a:cs typeface="+mn-lt"/>
              </a:rPr>
              <a:t>Taper : </a:t>
            </a:r>
            <a:r>
              <a:rPr lang="en-GB" sz="1800" dirty="0" err="1">
                <a:ea typeface="+mn-lt"/>
                <a:cs typeface="+mn-lt"/>
              </a:rPr>
              <a:t>météo</a:t>
            </a:r>
            <a:r>
              <a:rPr lang="en-GB" sz="1800" dirty="0">
                <a:ea typeface="+mn-lt"/>
                <a:cs typeface="+mn-lt"/>
              </a:rPr>
              <a:t> + nom de </a:t>
            </a:r>
            <a:r>
              <a:rPr lang="en-GB" sz="1800" dirty="0" err="1">
                <a:ea typeface="+mn-lt"/>
                <a:cs typeface="+mn-lt"/>
              </a:rPr>
              <a:t>ville</a:t>
            </a:r>
            <a:r>
              <a:rPr lang="en-GB" sz="1800" dirty="0">
                <a:ea typeface="+mn-lt"/>
                <a:cs typeface="+mn-lt"/>
              </a:rPr>
              <a:t> </a:t>
            </a:r>
          </a:p>
          <a:p>
            <a:r>
              <a:rPr lang="en-GB" sz="1800" dirty="0" err="1">
                <a:ea typeface="+mn-lt"/>
                <a:cs typeface="+mn-lt"/>
              </a:rPr>
              <a:t>Exemple</a:t>
            </a:r>
            <a:r>
              <a:rPr lang="en-GB" sz="1800" dirty="0">
                <a:ea typeface="+mn-lt"/>
                <a:cs typeface="+mn-lt"/>
              </a:rPr>
              <a:t> : </a:t>
            </a:r>
            <a:r>
              <a:rPr lang="en-GB" sz="1800" dirty="0" err="1">
                <a:ea typeface="+mn-lt"/>
                <a:cs typeface="+mn-lt"/>
              </a:rPr>
              <a:t>météo</a:t>
            </a:r>
            <a:r>
              <a:rPr lang="en-GB" sz="1800" dirty="0">
                <a:ea typeface="+mn-lt"/>
                <a:cs typeface="+mn-lt"/>
              </a:rPr>
              <a:t> Marseille</a:t>
            </a:r>
            <a:endParaRPr lang="en-GB"/>
          </a:p>
          <a:p>
            <a:r>
              <a:rPr lang="en-GB" sz="1800" dirty="0">
                <a:ea typeface="+mn-lt"/>
                <a:cs typeface="+mn-lt"/>
              </a:rPr>
              <a:t>Cliquer sur le lien proposé</a:t>
            </a:r>
          </a:p>
          <a:p>
            <a:r>
              <a:rPr lang="en-GB" sz="1800" dirty="0">
                <a:ea typeface="+mn-lt"/>
                <a:cs typeface="+mn-lt"/>
              </a:rPr>
              <a:t>Lire la </a:t>
            </a:r>
            <a:r>
              <a:rPr lang="en-GB" sz="1800" dirty="0" err="1">
                <a:ea typeface="+mn-lt"/>
                <a:cs typeface="+mn-lt"/>
              </a:rPr>
              <a:t>température</a:t>
            </a:r>
            <a:r>
              <a:rPr lang="en-GB" sz="1800" dirty="0">
                <a:ea typeface="+mn-lt"/>
                <a:cs typeface="+mn-lt"/>
              </a:rPr>
              <a:t>, le temps, les </a:t>
            </a:r>
            <a:r>
              <a:rPr lang="en-GB" sz="1800" dirty="0" err="1">
                <a:ea typeface="+mn-lt"/>
                <a:cs typeface="+mn-lt"/>
              </a:rPr>
              <a:t>prévisions</a:t>
            </a:r>
            <a:endParaRPr lang="en-GB" sz="1800" dirty="0">
              <a:ea typeface="+mn-lt"/>
              <a:cs typeface="+mn-lt"/>
            </a:endParaRP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3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E699C05-EED9-B1B6-0C79-2B7C86642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BE98A2-28F5-B0F3-5C30-81A8C60669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7032DE-DBE6-998F-F935-DE7382294D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7B2D21-BF3C-5682-EB2F-73DCE715F6B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3C0C3BD-A4DF-F970-21D5-03311549F7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029047C-4128-7B7B-EA4E-AE92704247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DB7BF7-BE1C-25F9-1A3A-8318EE0BE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Exercice</a:t>
            </a:r>
            <a:r>
              <a:rPr lang="en-GB">
                <a:ea typeface="+mj-lt"/>
                <a:cs typeface="+mj-lt"/>
              </a:rPr>
              <a:t> – </a:t>
            </a:r>
            <a:r>
              <a:rPr lang="en-GB" err="1">
                <a:ea typeface="+mj-lt"/>
                <a:cs typeface="+mj-lt"/>
              </a:rPr>
              <a:t>météo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Chercher</a:t>
            </a:r>
            <a:r>
              <a:rPr lang="en-GB" dirty="0">
                <a:ea typeface="+mn-lt"/>
                <a:cs typeface="+mn-lt"/>
              </a:rPr>
              <a:t> la </a:t>
            </a:r>
            <a:r>
              <a:rPr lang="en-GB" dirty="0" err="1">
                <a:ea typeface="+mn-lt"/>
                <a:cs typeface="+mn-lt"/>
              </a:rPr>
              <a:t>météo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votre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ville</a:t>
            </a:r>
            <a:r>
              <a:rPr lang="en-GB" dirty="0">
                <a:ea typeface="+mn-lt"/>
                <a:cs typeface="+mn-lt"/>
              </a:rPr>
              <a:t> de naissance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Essayer </a:t>
            </a:r>
            <a:r>
              <a:rPr lang="en-GB" dirty="0" err="1">
                <a:ea typeface="+mn-lt"/>
                <a:cs typeface="+mn-lt"/>
              </a:rPr>
              <a:t>aussi</a:t>
            </a:r>
            <a:r>
              <a:rPr lang="en-GB" dirty="0">
                <a:ea typeface="+mn-lt"/>
                <a:cs typeface="+mn-lt"/>
              </a:rPr>
              <a:t> pour une autre ville</a:t>
            </a:r>
            <a:endParaRPr lang="en-GB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Ex : Demain à Paris ?</a:t>
            </a:r>
            <a:endParaRPr lang="en-GB">
              <a:ea typeface="+mn-lt"/>
              <a:cs typeface="+mn-lt"/>
            </a:endParaRPr>
          </a:p>
          <a:p>
            <a:r>
              <a:rPr lang="en-GB" dirty="0" err="1">
                <a:ea typeface="+mn-lt"/>
                <a:cs typeface="+mn-lt"/>
              </a:rPr>
              <a:t>Comparez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résultats</a:t>
            </a:r>
            <a:r>
              <a:rPr lang="en-GB" dirty="0">
                <a:ea typeface="+mn-lt"/>
                <a:cs typeface="+mn-lt"/>
              </a:rPr>
              <a:t> entre vous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r>
              <a:rPr lang="en-GB" err="1"/>
              <a:t>Créer</a:t>
            </a:r>
            <a:r>
              <a:rPr lang="en-GB"/>
              <a:t> un </a:t>
            </a:r>
            <a:r>
              <a:rPr lang="en-GB" err="1"/>
              <a:t>itinéraire</a:t>
            </a:r>
            <a:endParaRPr lang="en-US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94696"/>
            <a:ext cx="5024993" cy="32682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000" dirty="0">
                <a:ea typeface="+mn-lt"/>
                <a:cs typeface="+mn-lt"/>
              </a:rPr>
              <a:t>Aller sur Google Maps (maps.google.fr)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000" dirty="0" err="1">
                <a:ea typeface="+mn-lt"/>
                <a:cs typeface="+mn-lt"/>
              </a:rPr>
              <a:t>Entrer</a:t>
            </a:r>
            <a:r>
              <a:rPr lang="en-GB" sz="2000" dirty="0">
                <a:ea typeface="+mn-lt"/>
                <a:cs typeface="+mn-lt"/>
              </a:rPr>
              <a:t> le point de départ et d’arrivée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000" dirty="0" err="1">
                <a:ea typeface="+mn-lt"/>
                <a:cs typeface="+mn-lt"/>
              </a:rPr>
              <a:t>Choisir</a:t>
            </a:r>
            <a:r>
              <a:rPr lang="en-GB" sz="2000" dirty="0">
                <a:ea typeface="+mn-lt"/>
                <a:cs typeface="+mn-lt"/>
              </a:rPr>
              <a:t> le mode : voiture, marche, bus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000" dirty="0">
                <a:ea typeface="+mn-lt"/>
                <a:cs typeface="+mn-lt"/>
              </a:rPr>
              <a:t>Lire </a:t>
            </a:r>
            <a:r>
              <a:rPr lang="en-GB" sz="2000" dirty="0" err="1">
                <a:ea typeface="+mn-lt"/>
                <a:cs typeface="+mn-lt"/>
              </a:rPr>
              <a:t>l'itinéraire</a:t>
            </a:r>
            <a:r>
              <a:rPr lang="en-GB" sz="2000" dirty="0">
                <a:ea typeface="+mn-lt"/>
                <a:cs typeface="+mn-lt"/>
              </a:rPr>
              <a:t> et le temps </a:t>
            </a:r>
            <a:r>
              <a:rPr lang="en-GB" sz="2000" dirty="0" err="1">
                <a:ea typeface="+mn-lt"/>
                <a:cs typeface="+mn-lt"/>
              </a:rPr>
              <a:t>estimé</a:t>
            </a:r>
            <a:endParaRPr lang="en-GB" sz="2000" dirty="0">
              <a:ea typeface="+mn-lt"/>
              <a:cs typeface="+mn-lt"/>
            </a:endParaRP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5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7F32A4-418C-4E7D-82E2-7ADCC3EBDA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1847A2-69EA-01AA-40FC-1E4D6E5072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0A8A45-8EB6-8738-F7E0-C2D241EEC0D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680E206-2984-B27C-144C-024C14C72A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EE5B77B-E1C3-735B-6D04-929ED1558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D3D127C-5C9C-405F-CEEB-ACAEC1EF3B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08A229A-FB50-CDCB-A235-93A2513D20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9089-8F04-6769-44CC-5584F1BD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01F8-4992-68A6-BCDB-52F3373D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r>
              <a:rPr lang="en-GB" err="1">
                <a:ea typeface="+mj-lt"/>
                <a:cs typeface="+mj-lt"/>
              </a:rPr>
              <a:t>Exercice</a:t>
            </a:r>
            <a:r>
              <a:rPr lang="en-GB">
                <a:ea typeface="+mj-lt"/>
                <a:cs typeface="+mj-lt"/>
              </a:rPr>
              <a:t> – itinéraire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DABDB-B33B-533A-5976-604B53DC4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Créer</a:t>
            </a:r>
            <a:r>
              <a:rPr lang="en-GB" dirty="0">
                <a:ea typeface="+mn-lt"/>
                <a:cs typeface="+mn-lt"/>
              </a:rPr>
              <a:t> un </a:t>
            </a:r>
            <a:r>
              <a:rPr lang="en-GB" dirty="0" err="1">
                <a:ea typeface="+mn-lt"/>
                <a:cs typeface="+mn-lt"/>
              </a:rPr>
              <a:t>trajet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depuis</a:t>
            </a:r>
            <a:r>
              <a:rPr lang="en-GB" dirty="0">
                <a:ea typeface="+mn-lt"/>
                <a:cs typeface="+mn-lt"/>
              </a:rPr>
              <a:t> chez vous</a:t>
            </a:r>
            <a:endParaRPr lang="en-US"/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 de chez vous à la piscine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Essayez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différents</a:t>
            </a:r>
            <a:r>
              <a:rPr lang="en-GB" dirty="0">
                <a:ea typeface="+mn-lt"/>
                <a:cs typeface="+mn-lt"/>
              </a:rPr>
              <a:t> modes de transport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Quel est le plus </a:t>
            </a:r>
            <a:r>
              <a:rPr lang="en-GB" dirty="0" err="1">
                <a:ea typeface="+mn-lt"/>
                <a:cs typeface="+mn-lt"/>
              </a:rPr>
              <a:t>rapide</a:t>
            </a:r>
            <a:r>
              <a:rPr lang="en-GB" dirty="0">
                <a:ea typeface="+mn-lt"/>
                <a:cs typeface="+mn-lt"/>
              </a:rPr>
              <a:t> 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FACB3-EE87-8453-D35C-D15D3F0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346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9479-D56D-7F5D-D704-6C8D8841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A99C-D147-43FF-1E42-301396BC5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Rechercher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une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recette</a:t>
            </a:r>
            <a:endParaRPr lang="en-US" dirty="0" err="1">
              <a:ea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40C51-1C2D-9E45-4322-E74E8AD229C3}"/>
              </a:ext>
            </a:extLst>
          </p:cNvPr>
          <p:cNvSpPr txBox="1"/>
          <p:nvPr/>
        </p:nvSpPr>
        <p:spPr>
          <a:xfrm>
            <a:off x="5922818" y="456334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Aller sur Google </a:t>
            </a:r>
            <a:r>
              <a:rPr lang="en-US" err="1">
                <a:solidFill>
                  <a:schemeClr val="bg1"/>
                </a:solidFill>
              </a:rPr>
              <a:t>ou</a:t>
            </a:r>
            <a:r>
              <a:rPr lang="en-US" dirty="0">
                <a:solidFill>
                  <a:schemeClr val="bg1"/>
                </a:solidFill>
              </a:rPr>
              <a:t> Marmiton.fr Taper le nom d’un plat + </a:t>
            </a:r>
            <a:r>
              <a:rPr lang="en-US" err="1">
                <a:solidFill>
                  <a:schemeClr val="bg1"/>
                </a:solidFill>
              </a:rPr>
              <a:t>recette</a:t>
            </a:r>
            <a:r>
              <a:rPr lang="en-US" dirty="0">
                <a:solidFill>
                  <a:schemeClr val="bg1"/>
                </a:solidFill>
              </a:rPr>
              <a:t> Ex : "</a:t>
            </a:r>
            <a:r>
              <a:rPr lang="en-US" err="1">
                <a:solidFill>
                  <a:schemeClr val="bg1"/>
                </a:solidFill>
              </a:rPr>
              <a:t>recette</a:t>
            </a:r>
            <a:r>
              <a:rPr lang="en-US" dirty="0">
                <a:solidFill>
                  <a:schemeClr val="bg1"/>
                </a:solidFill>
              </a:rPr>
              <a:t> gratin dauphinois" Lire </a:t>
            </a:r>
            <a:r>
              <a:rPr lang="en-US" err="1">
                <a:solidFill>
                  <a:schemeClr val="bg1"/>
                </a:solidFill>
              </a:rPr>
              <a:t>ingrédients</a:t>
            </a:r>
            <a:r>
              <a:rPr lang="en-US" dirty="0">
                <a:solidFill>
                  <a:schemeClr val="bg1"/>
                </a:solidFill>
              </a:rPr>
              <a:t> et étapes de </a:t>
            </a:r>
            <a:r>
              <a:rPr lang="en-US" err="1">
                <a:solidFill>
                  <a:schemeClr val="bg1"/>
                </a:solidFill>
              </a:rPr>
              <a:t>préparation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8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Exercice</a:t>
            </a:r>
            <a:r>
              <a:rPr lang="en-GB">
                <a:ea typeface="+mj-lt"/>
                <a:cs typeface="+mj-lt"/>
              </a:rPr>
              <a:t> – </a:t>
            </a:r>
            <a:r>
              <a:rPr lang="en-GB" err="1">
                <a:ea typeface="+mj-lt"/>
                <a:cs typeface="+mj-lt"/>
              </a:rPr>
              <a:t>recette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32465" y="2833667"/>
            <a:ext cx="7977743" cy="33548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800" noProof="1">
                <a:ea typeface="+mn-lt"/>
                <a:cs typeface="+mn-lt"/>
              </a:rPr>
              <a:t>Chercher une recette que vous aimez</a:t>
            </a:r>
            <a:endParaRPr lang="en-US" sz="2800" dirty="0">
              <a:ea typeface="+mn-lt"/>
              <a:cs typeface="+mn-lt"/>
            </a:endParaRPr>
          </a:p>
          <a:p>
            <a:r>
              <a:rPr lang="en-GB" sz="2800" noProof="1">
                <a:ea typeface="+mn-lt"/>
                <a:cs typeface="+mn-lt"/>
              </a:rPr>
              <a:t>Lire la liste d'ingrédients</a:t>
            </a:r>
            <a:endParaRPr lang="en-GB" sz="2800" dirty="0">
              <a:ea typeface="+mn-lt"/>
              <a:cs typeface="+mn-lt"/>
            </a:endParaRPr>
          </a:p>
          <a:p>
            <a:r>
              <a:rPr lang="en-GB" sz="2800" noProof="1">
                <a:ea typeface="+mn-lt"/>
                <a:cs typeface="+mn-lt"/>
              </a:rPr>
              <a:t>Lire les étapes de la recette</a:t>
            </a:r>
            <a:endParaRPr lang="en-GB" sz="2800" dirty="0">
              <a:ea typeface="+mn-lt"/>
              <a:cs typeface="+mn-lt"/>
            </a:endParaRPr>
          </a:p>
          <a:p>
            <a:r>
              <a:rPr lang="en-GB" sz="2800" noProof="1">
                <a:ea typeface="+mn-lt"/>
                <a:cs typeface="+mn-lt"/>
              </a:rPr>
              <a:t>Bonus : trouvez une version vidéo sur YouTube</a:t>
            </a:r>
            <a:endParaRPr lang="en-GB" sz="2800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8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20B194-FD78-CFDC-0577-92722EBEAC8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73596CE-2AA9-2E53-9052-323E112B50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82391E-C5D9-84F8-BC82-C49B1B56B5D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8B8EF23-2E90-3341-F29C-3C6CCC669E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6912AA2-8796-2365-6E49-223D83D5E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>
                <a:ea typeface="+mj-lt"/>
                <a:cs typeface="+mj-lt"/>
              </a:rPr>
              <a:t>Faux sites : comment les reconnaître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1075" y="2319266"/>
            <a:ext cx="11330624" cy="44050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Un faux site peut imiter un site connu (banque, impôts, etc.)</a:t>
            </a:r>
            <a:endParaRPr lang="en-US"/>
          </a:p>
          <a:p>
            <a:r>
              <a:rPr lang="en-GB" dirty="0" err="1">
                <a:ea typeface="+mn-lt"/>
                <a:cs typeface="+mn-lt"/>
              </a:rPr>
              <a:t>Vérifiez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toujours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l'adresse</a:t>
            </a:r>
            <a:r>
              <a:rPr lang="en-GB" dirty="0">
                <a:ea typeface="+mn-lt"/>
                <a:cs typeface="+mn-lt"/>
              </a:rPr>
              <a:t> du site (URL) :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- </a:t>
            </a:r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 </a:t>
            </a:r>
            <a:r>
              <a:rPr lang="en-GB" dirty="0">
                <a:ea typeface="+mn-lt"/>
                <a:cs typeface="+mn-lt"/>
                <a:hlinkClick r:id="rId3"/>
              </a:rPr>
              <a:t>www.impots.gouv.fr</a:t>
            </a:r>
            <a:r>
              <a:rPr lang="en-GB" dirty="0">
                <a:ea typeface="+mn-lt"/>
                <a:cs typeface="+mn-lt"/>
              </a:rPr>
              <a:t> (</a:t>
            </a:r>
            <a:r>
              <a:rPr lang="en-GB" dirty="0" err="1">
                <a:ea typeface="+mn-lt"/>
                <a:cs typeface="+mn-lt"/>
              </a:rPr>
              <a:t>vrai</a:t>
            </a:r>
            <a:r>
              <a:rPr lang="en-GB" dirty="0">
                <a:ea typeface="+mn-lt"/>
                <a:cs typeface="+mn-lt"/>
              </a:rPr>
              <a:t>) vs </a:t>
            </a:r>
            <a:r>
              <a:rPr lang="en-GB" dirty="0">
                <a:ea typeface="+mn-lt"/>
                <a:cs typeface="+mn-lt"/>
                <a:hlinkClick r:id="rId4"/>
              </a:rPr>
              <a:t>www.impots-remboursement.info</a:t>
            </a:r>
            <a:r>
              <a:rPr lang="en-GB" dirty="0">
                <a:ea typeface="+mn-lt"/>
                <a:cs typeface="+mn-lt"/>
              </a:rPr>
              <a:t> (faux)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Un </a:t>
            </a:r>
            <a:r>
              <a:rPr lang="en-GB" dirty="0" err="1">
                <a:ea typeface="+mn-lt"/>
                <a:cs typeface="+mn-lt"/>
              </a:rPr>
              <a:t>vrai</a:t>
            </a:r>
            <a:r>
              <a:rPr lang="en-GB" dirty="0">
                <a:ea typeface="+mn-lt"/>
                <a:cs typeface="+mn-lt"/>
              </a:rPr>
              <a:t> site commence </a:t>
            </a:r>
            <a:r>
              <a:rPr lang="en-GB" dirty="0" err="1">
                <a:ea typeface="+mn-lt"/>
                <a:cs typeface="+mn-lt"/>
              </a:rPr>
              <a:t>souvent</a:t>
            </a:r>
            <a:r>
              <a:rPr lang="en-GB" dirty="0">
                <a:ea typeface="+mn-lt"/>
                <a:cs typeface="+mn-lt"/>
              </a:rPr>
              <a:t> par </a:t>
            </a:r>
            <a:r>
              <a:rPr lang="en-GB" dirty="0">
                <a:ea typeface="+mn-lt"/>
                <a:cs typeface="+mn-lt"/>
                <a:hlinkClick r:id="rId5" invalidUrl="https://"/>
              </a:rPr>
              <a:t>https://</a:t>
            </a:r>
            <a:r>
              <a:rPr lang="en-GB" dirty="0">
                <a:ea typeface="+mn-lt"/>
                <a:cs typeface="+mn-lt"/>
              </a:rPr>
              <a:t> avec un </a:t>
            </a:r>
            <a:r>
              <a:rPr lang="en-GB" dirty="0" err="1">
                <a:ea typeface="+mn-lt"/>
                <a:cs typeface="+mn-lt"/>
              </a:rPr>
              <a:t>cadenas</a:t>
            </a:r>
            <a:r>
              <a:rPr lang="en-GB" dirty="0">
                <a:ea typeface="+mn-lt"/>
                <a:cs typeface="+mn-lt"/>
              </a:rPr>
              <a:t> 🔒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Un site avec des </a:t>
            </a:r>
            <a:r>
              <a:rPr lang="en-GB" dirty="0" err="1">
                <a:ea typeface="+mn-lt"/>
                <a:cs typeface="+mn-lt"/>
              </a:rPr>
              <a:t>fautes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ou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dirty="0" err="1">
                <a:ea typeface="+mn-lt"/>
                <a:cs typeface="+mn-lt"/>
              </a:rPr>
              <a:t>demandes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bizarres</a:t>
            </a:r>
            <a:r>
              <a:rPr lang="en-GB" dirty="0">
                <a:ea typeface="+mn-lt"/>
                <a:cs typeface="+mn-lt"/>
              </a:rPr>
              <a:t> = </a:t>
            </a:r>
            <a:r>
              <a:rPr lang="en-GB" dirty="0" err="1">
                <a:ea typeface="+mn-lt"/>
                <a:cs typeface="+mn-lt"/>
              </a:rPr>
              <a:t>méfiance</a:t>
            </a:r>
            <a:endParaRPr lang="en-GB" dirty="0" err="1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1FBD-55E8-45A9-1E23-9FD164C8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C5FB-2D13-62B3-6F81-A24062F1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>
                <a:ea typeface="+mj-lt"/>
                <a:cs typeface="+mj-lt"/>
              </a:rPr>
              <a:t>Sécurité !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BCA8D-6704-EC28-41CE-6778E9112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1075" y="2319266"/>
            <a:ext cx="11330624" cy="44050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Quelle est la force de </a:t>
            </a:r>
            <a:r>
              <a:rPr lang="en-GB" dirty="0" err="1">
                <a:ea typeface="+mn-lt"/>
                <a:cs typeface="+mn-lt"/>
              </a:rPr>
              <a:t>votre</a:t>
            </a:r>
            <a:r>
              <a:rPr lang="en-GB" dirty="0">
                <a:ea typeface="+mn-lt"/>
                <a:cs typeface="+mn-lt"/>
              </a:rPr>
              <a:t> mot de passe ? </a:t>
            </a:r>
          </a:p>
          <a:p>
            <a:r>
              <a:rPr lang="en-GB" dirty="0">
                <a:ea typeface="+mn-lt"/>
                <a:cs typeface="+mn-lt"/>
              </a:rPr>
              <a:t>https://bitwarden.com/password-strength/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https://www.youtube.com/shorts/9nSfwfkFK4A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0B6F607-2AEE-65FA-35D4-2CFCFB69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55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/>
              <a:t>Quizz</a:t>
            </a:r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dirty="0">
                <a:ea typeface="+mn-lt"/>
                <a:cs typeface="+mn-lt"/>
              </a:rPr>
              <a:t>https://www.youtube.com/shorts/0Y-zu2LXdEg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11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0B0C3-14EC-DE15-A976-07CF955BD8AC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1417BE-6DBD-9408-F4CF-5C0A6F486A1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589E193-8D56-DFBC-A720-8621EEE2837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EF08450-37F8-7918-EBC9-622F7528059A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9B01E76-A9D5-765B-B4C2-EC068DD63B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8EA4715-417C-FCD0-899B-50BDF095E4B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2E191E-B231-3228-4C1F-44AF15CE1E2F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CFB6499-89B9-EEA3-15CE-22D0F5563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4F3ACF-0851-5CD5-EFEB-960993CD3298}"/>
              </a:ext>
            </a:extLst>
          </p:cNvPr>
          <p:cNvSpPr/>
          <p:nvPr/>
        </p:nvSpPr>
        <p:spPr>
          <a:xfrm>
            <a:off x="928076" y="1895231"/>
            <a:ext cx="10394461" cy="2784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en-GB"/>
              <a:t>Mirjam Nilsson​</a:t>
            </a:r>
          </a:p>
          <a:p>
            <a:pPr rtl="0"/>
            <a:r>
              <a:rPr lang="en-GB"/>
              <a:t>206-555-0146</a:t>
            </a:r>
          </a:p>
          <a:p>
            <a:pPr rtl="0"/>
            <a:r>
              <a:rPr lang="en-GB"/>
              <a:t>mirjam@contoso.com</a:t>
            </a:r>
          </a:p>
          <a:p>
            <a:pPr rtl="0"/>
            <a:r>
              <a:rPr lang="en-GB"/>
              <a:t>www.contoso.com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en-GB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81D1F3-EE22-4802-8DFA-C4795BD0F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D61E6D-BC40-43C3-A154-0081729E0F7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815A6BF-B4A3-4B5C-B85C-0D4CB6AE15C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763</Words>
  <Application>Microsoft Office PowerPoint</Application>
  <PresentationFormat>Widescreen</PresentationFormat>
  <Paragraphs>262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Monoline</vt:lpstr>
      <vt:lpstr>Internet au quotidien : météo, itinéraires, recettes et vidéos</vt:lpstr>
      <vt:lpstr>Objectifs du cours</vt:lpstr>
      <vt:lpstr>Trouver la météo</vt:lpstr>
      <vt:lpstr>Exercice – météo</vt:lpstr>
      <vt:lpstr>Créer un itinéraire</vt:lpstr>
      <vt:lpstr>Exercice – itinéraire</vt:lpstr>
      <vt:lpstr>Rechercher une recette</vt:lpstr>
      <vt:lpstr>Exercice – recette</vt:lpstr>
      <vt:lpstr>Faux sites : comment les reconnaître</vt:lpstr>
      <vt:lpstr>Sécurité !</vt:lpstr>
      <vt:lpstr>Quizz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</cp:revision>
  <dcterms:created xsi:type="dcterms:W3CDTF">2026-01-13T13:34:35Z</dcterms:created>
  <dcterms:modified xsi:type="dcterms:W3CDTF">2026-01-13T13:43:54Z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