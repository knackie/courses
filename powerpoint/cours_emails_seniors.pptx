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 : Mieux utiliser les e‑mails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Atelier pratique</a:t>
            </a:r>
          </a:p>
          <a:p>
            <a:r>
              <a:t>Durée : 1h30</a:t>
            </a:r>
          </a:p>
          <a:p>
            <a:r>
              <a:t>Objectif : mieux organiser, envoyer et sécuriser ses emails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Rappel : à quoi sert un email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Envoyer un message</a:t>
            </a:r>
          </a:p>
          <a:p>
            <a:r>
              <a:t>Partager un document</a:t>
            </a:r>
          </a:p>
          <a:p>
            <a:r>
              <a:t>Recevoir des informations</a:t>
            </a:r>
          </a:p>
          <a:p>
            <a:r>
              <a:t>Communiquer rapidement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parties d’un email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À : destinataire</a:t>
            </a:r>
          </a:p>
          <a:p>
            <a:r>
              <a:t>Objet : résumé du message</a:t>
            </a:r>
          </a:p>
          <a:p>
            <a:r>
              <a:t>Message : texte écrit</a:t>
            </a:r>
          </a:p>
          <a:p>
            <a:r>
              <a:t>Pièce jointe : document ou photo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Répondre vs Répondre à tous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Répondre : seulement à l’expéditeur</a:t>
            </a:r>
          </a:p>
          <a:p>
            <a:r>
              <a:t>Répondre à tous : tout le monde reçoit la réponse</a:t>
            </a:r>
          </a:p>
          <a:p>
            <a:r>
              <a:t>Attention aux erreurs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Transférer un email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Permet d’envoyer un email reçu à une autre personne</a:t>
            </a:r>
          </a:p>
          <a:p>
            <a:r>
              <a:t>Utile pour partager une information</a:t>
            </a:r>
          </a:p>
          <a:p>
            <a:r>
              <a:t>Ex : envoyer un document reçu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Ajouter une pièce jointe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Cliquer sur joindre un fichier</a:t>
            </a:r>
          </a:p>
          <a:p>
            <a:r>
              <a:t>Choisir un document</a:t>
            </a:r>
          </a:p>
          <a:p>
            <a:r>
              <a:t>Vérifier qu’il apparaît dans le mail</a:t>
            </a:r>
          </a:p>
          <a:p>
            <a:r>
              <a:t>Envoyer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Organiser sa boîte 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Utiliser la recherche</a:t>
            </a:r>
          </a:p>
          <a:p>
            <a:r>
              <a:t>Créer des dossiers</a:t>
            </a:r>
          </a:p>
          <a:p>
            <a:r>
              <a:t>Archiver les emails importants</a:t>
            </a:r>
          </a:p>
          <a:p>
            <a:r>
              <a:t>Supprimer les emails inutiles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Attention aux arnaques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Message urgent</a:t>
            </a:r>
          </a:p>
          <a:p>
            <a:r>
              <a:t>Adresse étrange</a:t>
            </a:r>
          </a:p>
          <a:p>
            <a:r>
              <a:t>Demande de mot de passe</a:t>
            </a:r>
          </a:p>
          <a:p>
            <a:r>
              <a:t>Lien suspect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Bonnes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Mettre un objet clair</a:t>
            </a:r>
          </a:p>
          <a:p>
            <a:r>
              <a:t>Relire avant d’envoyer</a:t>
            </a:r>
          </a:p>
          <a:p>
            <a:r>
              <a:t>Vérifier le destinataire</a:t>
            </a:r>
          </a:p>
          <a:p>
            <a:r>
              <a:t>Rester poli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pratique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Envoyer un email à votre voisin</a:t>
            </a:r>
          </a:p>
          <a:p>
            <a:r>
              <a:t>Objet clair</a:t>
            </a:r>
          </a:p>
          <a:p>
            <a:r>
              <a:t>Message court</a:t>
            </a:r>
          </a:p>
          <a:p>
            <a:r>
              <a:t>Ajouter une pièce jointe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