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4" r:id="rId7"/>
    <p:sldId id="262" r:id="rId8"/>
    <p:sldId id="289" r:id="rId9"/>
    <p:sldId id="258" r:id="rId10"/>
    <p:sldId id="278" r:id="rId11"/>
    <p:sldId id="266" r:id="rId12"/>
    <p:sldId id="293" r:id="rId13"/>
    <p:sldId id="296" r:id="rId14"/>
    <p:sldId id="297" r:id="rId15"/>
    <p:sldId id="294" r:id="rId16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0A76B-4A39-47C2-8D19-90E9486F015C}" v="285" dt="2026-01-13T12:26:54.2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4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EYER Mathieu" userId="S::0019786@cpn-laxou.com::442add8d-55e7-43fa-a8e5-a8994caecf16" providerId="AD" clId="Web-{6D90A76B-4A39-47C2-8D19-90E9486F015C}"/>
    <pc:docChg chg="addSld delSld modSld sldOrd">
      <pc:chgData name="DREYER Mathieu" userId="S::0019786@cpn-laxou.com::442add8d-55e7-43fa-a8e5-a8994caecf16" providerId="AD" clId="Web-{6D90A76B-4A39-47C2-8D19-90E9486F015C}" dt="2026-01-13T12:26:54.237" v="280"/>
      <pc:docMkLst>
        <pc:docMk/>
      </pc:docMkLst>
      <pc:sldChg chg="modSp">
        <pc:chgData name="DREYER Mathieu" userId="S::0019786@cpn-laxou.com::442add8d-55e7-43fa-a8e5-a8994caecf16" providerId="AD" clId="Web-{6D90A76B-4A39-47C2-8D19-90E9486F015C}" dt="2026-01-13T12:18:13.285" v="22" actId="20577"/>
        <pc:sldMkLst>
          <pc:docMk/>
          <pc:sldMk cId="1642425379" sldId="256"/>
        </pc:sldMkLst>
        <pc:spChg chg="mod">
          <ac:chgData name="DREYER Mathieu" userId="S::0019786@cpn-laxou.com::442add8d-55e7-43fa-a8e5-a8994caecf16" providerId="AD" clId="Web-{6D90A76B-4A39-47C2-8D19-90E9486F015C}" dt="2026-01-13T12:17:30.172" v="1" actId="20577"/>
          <ac:spMkLst>
            <pc:docMk/>
            <pc:sldMk cId="1642425379" sldId="256"/>
            <ac:spMk id="2" creationId="{216815C6-3AD0-46E6-A74A-1967BD91AF50}"/>
          </ac:spMkLst>
        </pc:spChg>
        <pc:spChg chg="mod">
          <ac:chgData name="DREYER Mathieu" userId="S::0019786@cpn-laxou.com::442add8d-55e7-43fa-a8e5-a8994caecf16" providerId="AD" clId="Web-{6D90A76B-4A39-47C2-8D19-90E9486F015C}" dt="2026-01-13T12:18:13.285" v="22" actId="20577"/>
          <ac:spMkLst>
            <pc:docMk/>
            <pc:sldMk cId="1642425379" sldId="256"/>
            <ac:spMk id="3" creationId="{1901B20D-4C28-4DA3-ABBD-718C22A5E58B}"/>
          </ac:spMkLst>
        </pc:spChg>
      </pc:sldChg>
      <pc:sldChg chg="modSp">
        <pc:chgData name="DREYER Mathieu" userId="S::0019786@cpn-laxou.com::442add8d-55e7-43fa-a8e5-a8994caecf16" providerId="AD" clId="Web-{6D90A76B-4A39-47C2-8D19-90E9486F015C}" dt="2026-01-13T12:20:47.984" v="94" actId="20577"/>
        <pc:sldMkLst>
          <pc:docMk/>
          <pc:sldMk cId="707789176" sldId="258"/>
        </pc:sldMkLst>
        <pc:spChg chg="mod">
          <ac:chgData name="DREYER Mathieu" userId="S::0019786@cpn-laxou.com::442add8d-55e7-43fa-a8e5-a8994caecf16" providerId="AD" clId="Web-{6D90A76B-4A39-47C2-8D19-90E9486F015C}" dt="2026-01-13T12:20:47.984" v="94" actId="20577"/>
          <ac:spMkLst>
            <pc:docMk/>
            <pc:sldMk cId="707789176" sldId="258"/>
            <ac:spMk id="2" creationId="{A29DE7F2-E890-4744-88DD-A75F5E300513}"/>
          </ac:spMkLst>
        </pc:spChg>
      </pc:sldChg>
      <pc:sldChg chg="del">
        <pc:chgData name="DREYER Mathieu" userId="S::0019786@cpn-laxou.com::442add8d-55e7-43fa-a8e5-a8994caecf16" providerId="AD" clId="Web-{6D90A76B-4A39-47C2-8D19-90E9486F015C}" dt="2026-01-13T12:26:49.112" v="276"/>
        <pc:sldMkLst>
          <pc:docMk/>
          <pc:sldMk cId="566997565" sldId="260"/>
        </pc:sldMkLst>
      </pc:sldChg>
      <pc:sldChg chg="delSp modSp del">
        <pc:chgData name="DREYER Mathieu" userId="S::0019786@cpn-laxou.com::442add8d-55e7-43fa-a8e5-a8994caecf16" providerId="AD" clId="Web-{6D90A76B-4A39-47C2-8D19-90E9486F015C}" dt="2026-01-13T12:18:38.600" v="28"/>
        <pc:sldMkLst>
          <pc:docMk/>
          <pc:sldMk cId="1738561688" sldId="261"/>
        </pc:sldMkLst>
        <pc:spChg chg="mod">
          <ac:chgData name="DREYER Mathieu" userId="S::0019786@cpn-laxou.com::442add8d-55e7-43fa-a8e5-a8994caecf16" providerId="AD" clId="Web-{6D90A76B-4A39-47C2-8D19-90E9486F015C}" dt="2026-01-13T12:18:23.021" v="27" actId="20577"/>
          <ac:spMkLst>
            <pc:docMk/>
            <pc:sldMk cId="1738561688" sldId="261"/>
            <ac:spMk id="2" creationId="{67708C79-A4AC-4B5D-92DF-600737E4D11A}"/>
          </ac:spMkLst>
        </pc:spChg>
        <pc:spChg chg="del mod">
          <ac:chgData name="DREYER Mathieu" userId="S::0019786@cpn-laxou.com::442add8d-55e7-43fa-a8e5-a8994caecf16" providerId="AD" clId="Web-{6D90A76B-4A39-47C2-8D19-90E9486F015C}" dt="2026-01-13T12:18:17.239" v="24"/>
          <ac:spMkLst>
            <pc:docMk/>
            <pc:sldMk cId="1738561688" sldId="261"/>
            <ac:spMk id="80" creationId="{81398ED2-66DB-46EA-8D89-B07A5C039997}"/>
          </ac:spMkLst>
        </pc:spChg>
      </pc:sldChg>
      <pc:sldChg chg="addSp delSp modSp">
        <pc:chgData name="DREYER Mathieu" userId="S::0019786@cpn-laxou.com::442add8d-55e7-43fa-a8e5-a8994caecf16" providerId="AD" clId="Web-{6D90A76B-4A39-47C2-8D19-90E9486F015C}" dt="2026-01-13T12:20:04.856" v="80"/>
        <pc:sldMkLst>
          <pc:docMk/>
          <pc:sldMk cId="1593920805" sldId="262"/>
        </pc:sldMkLst>
        <pc:spChg chg="mod">
          <ac:chgData name="DREYER Mathieu" userId="S::0019786@cpn-laxou.com::442add8d-55e7-43fa-a8e5-a8994caecf16" providerId="AD" clId="Web-{6D90A76B-4A39-47C2-8D19-90E9486F015C}" dt="2026-01-13T12:18:45.429" v="31" actId="20577"/>
          <ac:spMkLst>
            <pc:docMk/>
            <pc:sldMk cId="1593920805" sldId="262"/>
            <ac:spMk id="2" creationId="{75031FE9-9059-4FE8-B4AC-9771F23A1B89}"/>
          </ac:spMkLst>
        </pc:spChg>
        <pc:spChg chg="mod">
          <ac:chgData name="DREYER Mathieu" userId="S::0019786@cpn-laxou.com::442add8d-55e7-43fa-a8e5-a8994caecf16" providerId="AD" clId="Web-{6D90A76B-4A39-47C2-8D19-90E9486F015C}" dt="2026-01-13T12:18:51.976" v="34" actId="20577"/>
          <ac:spMkLst>
            <pc:docMk/>
            <pc:sldMk cId="1593920805" sldId="262"/>
            <ac:spMk id="3" creationId="{D4A2EB3F-4D60-451F-8F45-7D6654D2FCD9}"/>
          </ac:spMkLst>
        </pc:spChg>
        <pc:spChg chg="del">
          <ac:chgData name="DREYER Mathieu" userId="S::0019786@cpn-laxou.com::442add8d-55e7-43fa-a8e5-a8994caecf16" providerId="AD" clId="Web-{6D90A76B-4A39-47C2-8D19-90E9486F015C}" dt="2026-01-13T12:19:25.088" v="54"/>
          <ac:spMkLst>
            <pc:docMk/>
            <pc:sldMk cId="1593920805" sldId="262"/>
            <ac:spMk id="4" creationId="{AC1C80FB-53F9-42EE-B1E6-D0F998EC5DFA}"/>
          </ac:spMkLst>
        </pc:spChg>
        <pc:spChg chg="mod">
          <ac:chgData name="DREYER Mathieu" userId="S::0019786@cpn-laxou.com::442add8d-55e7-43fa-a8e5-a8994caecf16" providerId="AD" clId="Web-{6D90A76B-4A39-47C2-8D19-90E9486F015C}" dt="2026-01-13T12:19:23.604" v="53" actId="20577"/>
          <ac:spMkLst>
            <pc:docMk/>
            <pc:sldMk cId="1593920805" sldId="262"/>
            <ac:spMk id="5" creationId="{E81BA2B5-6A90-4204-ABDD-7183FBB03A02}"/>
          </ac:spMkLst>
        </pc:spChg>
        <pc:spChg chg="del">
          <ac:chgData name="DREYER Mathieu" userId="S::0019786@cpn-laxou.com::442add8d-55e7-43fa-a8e5-a8994caecf16" providerId="AD" clId="Web-{6D90A76B-4A39-47C2-8D19-90E9486F015C}" dt="2026-01-13T12:19:26.073" v="55"/>
          <ac:spMkLst>
            <pc:docMk/>
            <pc:sldMk cId="1593920805" sldId="262"/>
            <ac:spMk id="6" creationId="{7E7D4C34-22A0-4D54-A07D-E1E9A11463E5}"/>
          </ac:spMkLst>
        </pc:spChg>
        <pc:spChg chg="mod">
          <ac:chgData name="DREYER Mathieu" userId="S::0019786@cpn-laxou.com::442add8d-55e7-43fa-a8e5-a8994caecf16" providerId="AD" clId="Web-{6D90A76B-4A39-47C2-8D19-90E9486F015C}" dt="2026-01-13T12:19:51.527" v="71" actId="20577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DREYER Mathieu" userId="S::0019786@cpn-laxou.com::442add8d-55e7-43fa-a8e5-a8994caecf16" providerId="AD" clId="Web-{6D90A76B-4A39-47C2-8D19-90E9486F015C}" dt="2026-01-13T12:19:58.200" v="76" actId="20577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DREYER Mathieu" userId="S::0019786@cpn-laxou.com::442add8d-55e7-43fa-a8e5-a8994caecf16" providerId="AD" clId="Web-{6D90A76B-4A39-47C2-8D19-90E9486F015C}" dt="2026-01-13T12:20:03.013" v="79"/>
          <ac:spMkLst>
            <pc:docMk/>
            <pc:sldMk cId="1593920805" sldId="262"/>
            <ac:spMk id="9" creationId="{868F40F8-BF35-45E9-B3DD-5436362D746E}"/>
          </ac:spMkLst>
        </pc:spChg>
        <pc:spChg chg="del mod">
          <ac:chgData name="DREYER Mathieu" userId="S::0019786@cpn-laxou.com::442add8d-55e7-43fa-a8e5-a8994caecf16" providerId="AD" clId="Web-{6D90A76B-4A39-47C2-8D19-90E9486F015C}" dt="2026-01-13T12:20:02.575" v="78"/>
          <ac:spMkLst>
            <pc:docMk/>
            <pc:sldMk cId="1593920805" sldId="262"/>
            <ac:spMk id="10" creationId="{7F39C97C-2DDC-4706-B96C-B02FAE53A426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19:25.088" v="54"/>
          <ac:spMkLst>
            <pc:docMk/>
            <pc:sldMk cId="1593920805" sldId="262"/>
            <ac:spMk id="12" creationId="{9E99CB81-90F3-A913-ABA6-C3E1DD095354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19:47.121" v="70" actId="20577"/>
          <ac:spMkLst>
            <pc:docMk/>
            <pc:sldMk cId="1593920805" sldId="262"/>
            <ac:spMk id="14" creationId="{73877FF9-0B40-8CAB-C0EE-F4B21BE7E8CE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0:02.575" v="78"/>
          <ac:spMkLst>
            <pc:docMk/>
            <pc:sldMk cId="1593920805" sldId="262"/>
            <ac:spMk id="16" creationId="{415A4C10-8147-DF41-4126-BAFC04E6D896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0:03.013" v="79"/>
          <ac:spMkLst>
            <pc:docMk/>
            <pc:sldMk cId="1593920805" sldId="262"/>
            <ac:spMk id="18" creationId="{07A1CE9B-24AE-675F-BEEF-F0660518BA92}"/>
          </ac:spMkLst>
        </pc:spChg>
        <pc:spChg chg="del">
          <ac:chgData name="DREYER Mathieu" userId="S::0019786@cpn-laxou.com::442add8d-55e7-43fa-a8e5-a8994caecf16" providerId="AD" clId="Web-{6D90A76B-4A39-47C2-8D19-90E9486F015C}" dt="2026-01-13T12:20:04.856" v="80"/>
          <ac:spMkLst>
            <pc:docMk/>
            <pc:sldMk cId="1593920805" sldId="262"/>
            <ac:spMk id="81" creationId="{E94F1D24-E4A1-4B59-B57E-A28453963B88}"/>
          </ac:spMkLst>
        </pc:spChg>
      </pc:sldChg>
      <pc:sldChg chg="delSp modSp ord">
        <pc:chgData name="DREYER Mathieu" userId="S::0019786@cpn-laxou.com::442add8d-55e7-43fa-a8e5-a8994caecf16" providerId="AD" clId="Web-{6D90A76B-4A39-47C2-8D19-90E9486F015C}" dt="2026-01-13T12:18:04.581" v="17"/>
        <pc:sldMkLst>
          <pc:docMk/>
          <pc:sldMk cId="1346372204" sldId="264"/>
        </pc:sldMkLst>
        <pc:spChg chg="mod">
          <ac:chgData name="DREYER Mathieu" userId="S::0019786@cpn-laxou.com::442add8d-55e7-43fa-a8e5-a8994caecf16" providerId="AD" clId="Web-{6D90A76B-4A39-47C2-8D19-90E9486F015C}" dt="2026-01-13T12:17:57.081" v="13" actId="20577"/>
          <ac:spMkLst>
            <pc:docMk/>
            <pc:sldMk cId="1346372204" sldId="264"/>
            <ac:spMk id="2" creationId="{537E1C88-627C-4655-A4FB-0BB02EDB078A}"/>
          </ac:spMkLst>
        </pc:spChg>
        <pc:spChg chg="mod">
          <ac:chgData name="DREYER Mathieu" userId="S::0019786@cpn-laxou.com::442add8d-55e7-43fa-a8e5-a8994caecf16" providerId="AD" clId="Web-{6D90A76B-4A39-47C2-8D19-90E9486F015C}" dt="2026-01-13T12:18:00.831" v="16" actId="20577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DREYER Mathieu" userId="S::0019786@cpn-laxou.com::442add8d-55e7-43fa-a8e5-a8994caecf16" providerId="AD" clId="Web-{6D90A76B-4A39-47C2-8D19-90E9486F015C}" dt="2026-01-13T12:18:04.581" v="17"/>
          <ac:spMkLst>
            <pc:docMk/>
            <pc:sldMk cId="1346372204" sldId="264"/>
            <ac:spMk id="5" creationId="{396A095E-DB05-47EC-A2D5-47398A4A00B4}"/>
          </ac:spMkLst>
        </pc:spChg>
      </pc:sldChg>
      <pc:sldChg chg="addSp delSp modSp ord">
        <pc:chgData name="DREYER Mathieu" userId="S::0019786@cpn-laxou.com::442add8d-55e7-43fa-a8e5-a8994caecf16" providerId="AD" clId="Web-{6D90A76B-4A39-47C2-8D19-90E9486F015C}" dt="2026-01-13T12:26:15.967" v="265"/>
        <pc:sldMkLst>
          <pc:docMk/>
          <pc:sldMk cId="2121178069" sldId="266"/>
        </pc:sldMkLst>
        <pc:spChg chg="mod">
          <ac:chgData name="DREYER Mathieu" userId="S::0019786@cpn-laxou.com::442add8d-55e7-43fa-a8e5-a8994caecf16" providerId="AD" clId="Web-{6D90A76B-4A39-47C2-8D19-90E9486F015C}" dt="2026-01-13T12:22:42.536" v="147" actId="20577"/>
          <ac:spMkLst>
            <pc:docMk/>
            <pc:sldMk cId="2121178069" sldId="266"/>
            <ac:spMk id="2" creationId="{5CE54ABB-4929-4810-950B-2DAEA0A5BAB4}"/>
          </ac:spMkLst>
        </pc:spChg>
        <pc:spChg chg="del">
          <ac:chgData name="DREYER Mathieu" userId="S::0019786@cpn-laxou.com::442add8d-55e7-43fa-a8e5-a8994caecf16" providerId="AD" clId="Web-{6D90A76B-4A39-47C2-8D19-90E9486F015C}" dt="2026-01-13T12:22:47.208" v="150"/>
          <ac:spMkLst>
            <pc:docMk/>
            <pc:sldMk cId="2121178069" sldId="266"/>
            <ac:spMk id="3" creationId="{D5E1C399-8F48-44F5-9461-3C89866D4CE1}"/>
          </ac:spMkLst>
        </pc:spChg>
        <pc:spChg chg="del">
          <ac:chgData name="DREYER Mathieu" userId="S::0019786@cpn-laxou.com::442add8d-55e7-43fa-a8e5-a8994caecf16" providerId="AD" clId="Web-{6D90A76B-4A39-47C2-8D19-90E9486F015C}" dt="2026-01-13T12:22:47.396" v="153"/>
          <ac:spMkLst>
            <pc:docMk/>
            <pc:sldMk cId="2121178069" sldId="266"/>
            <ac:spMk id="4" creationId="{A112B089-A8F9-45B1-BE6E-EAC10163F082}"/>
          </ac:spMkLst>
        </pc:spChg>
        <pc:spChg chg="del">
          <ac:chgData name="DREYER Mathieu" userId="S::0019786@cpn-laxou.com::442add8d-55e7-43fa-a8e5-a8994caecf16" providerId="AD" clId="Web-{6D90A76B-4A39-47C2-8D19-90E9486F015C}" dt="2026-01-13T12:22:47.146" v="149"/>
          <ac:spMkLst>
            <pc:docMk/>
            <pc:sldMk cId="2121178069" sldId="266"/>
            <ac:spMk id="5" creationId="{CF515C5D-2CDB-4E66-B2B8-1451BC44247F}"/>
          </ac:spMkLst>
        </pc:spChg>
        <pc:spChg chg="del">
          <ac:chgData name="DREYER Mathieu" userId="S::0019786@cpn-laxou.com::442add8d-55e7-43fa-a8e5-a8994caecf16" providerId="AD" clId="Web-{6D90A76B-4A39-47C2-8D19-90E9486F015C}" dt="2026-01-13T12:22:47.271" v="151"/>
          <ac:spMkLst>
            <pc:docMk/>
            <pc:sldMk cId="2121178069" sldId="266"/>
            <ac:spMk id="6" creationId="{0FE22F9B-4BF8-41DC-8F1C-836B546E59AD}"/>
          </ac:spMkLst>
        </pc:spChg>
        <pc:spChg chg="del">
          <ac:chgData name="DREYER Mathieu" userId="S::0019786@cpn-laxou.com::442add8d-55e7-43fa-a8e5-a8994caecf16" providerId="AD" clId="Web-{6D90A76B-4A39-47C2-8D19-90E9486F015C}" dt="2026-01-13T12:22:47.333" v="152"/>
          <ac:spMkLst>
            <pc:docMk/>
            <pc:sldMk cId="2121178069" sldId="266"/>
            <ac:spMk id="7" creationId="{6B35F89A-6CDF-41F7-BD87-18B45BD7330B}"/>
          </ac:spMkLst>
        </pc:spChg>
        <pc:spChg chg="del">
          <ac:chgData name="DREYER Mathieu" userId="S::0019786@cpn-laxou.com::442add8d-55e7-43fa-a8e5-a8994caecf16" providerId="AD" clId="Web-{6D90A76B-4A39-47C2-8D19-90E9486F015C}" dt="2026-01-13T12:22:47.083" v="148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DREYER Mathieu" userId="S::0019786@cpn-laxou.com::442add8d-55e7-43fa-a8e5-a8994caecf16" providerId="AD" clId="Web-{6D90A76B-4A39-47C2-8D19-90E9486F015C}" dt="2026-01-13T12:26:15.967" v="265"/>
          <ac:spMkLst>
            <pc:docMk/>
            <pc:sldMk cId="2121178069" sldId="266"/>
            <ac:spMk id="10" creationId="{D2186069-FC8E-433D-9BB4-942220CE8CFB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2:47.083" v="148"/>
          <ac:spMkLst>
            <pc:docMk/>
            <pc:sldMk cId="2121178069" sldId="266"/>
            <ac:spMk id="12" creationId="{4A99EAEF-0859-CBB5-1D50-DA5A8C3EFE4E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2:47.146" v="149"/>
          <ac:spMkLst>
            <pc:docMk/>
            <pc:sldMk cId="2121178069" sldId="266"/>
            <ac:spMk id="14" creationId="{A442BC49-A0EF-AF5E-1679-FB5EA460E799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2:47.208" v="150"/>
          <ac:spMkLst>
            <pc:docMk/>
            <pc:sldMk cId="2121178069" sldId="266"/>
            <ac:spMk id="16" creationId="{D31278D8-DE76-DAF8-DE3B-E74F6B0B9FB8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2:47.271" v="151"/>
          <ac:spMkLst>
            <pc:docMk/>
            <pc:sldMk cId="2121178069" sldId="266"/>
            <ac:spMk id="18" creationId="{2C0CE342-6F72-226D-5DFD-7F34E9A84D67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2:47.333" v="152"/>
          <ac:spMkLst>
            <pc:docMk/>
            <pc:sldMk cId="2121178069" sldId="266"/>
            <ac:spMk id="20" creationId="{4F05DC42-2B46-FAFE-B624-EF1789214C6C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4:58.697" v="228" actId="1076"/>
          <ac:spMkLst>
            <pc:docMk/>
            <pc:sldMk cId="2121178069" sldId="266"/>
            <ac:spMk id="22" creationId="{155C2892-3C35-1B5C-724B-589567C2F9FA}"/>
          </ac:spMkLst>
        </pc:spChg>
        <pc:spChg chg="add del mod">
          <ac:chgData name="DREYER Mathieu" userId="S::0019786@cpn-laxou.com::442add8d-55e7-43fa-a8e5-a8994caecf16" providerId="AD" clId="Web-{6D90A76B-4A39-47C2-8D19-90E9486F015C}" dt="2026-01-13T12:22:52.005" v="157"/>
          <ac:spMkLst>
            <pc:docMk/>
            <pc:sldMk cId="2121178069" sldId="266"/>
            <ac:spMk id="23" creationId="{5BF24B8D-C76E-D7CA-C23D-5048BF465C7D}"/>
          </ac:spMkLst>
        </pc:spChg>
        <pc:spChg chg="add del mod">
          <ac:chgData name="DREYER Mathieu" userId="S::0019786@cpn-laxou.com::442add8d-55e7-43fa-a8e5-a8994caecf16" providerId="AD" clId="Web-{6D90A76B-4A39-47C2-8D19-90E9486F015C}" dt="2026-01-13T12:22:56.552" v="161"/>
          <ac:spMkLst>
            <pc:docMk/>
            <pc:sldMk cId="2121178069" sldId="266"/>
            <ac:spMk id="24" creationId="{9A5C822F-9083-0E53-FEE4-D52778BACA63}"/>
          </ac:spMkLst>
        </pc:spChg>
      </pc:sldChg>
      <pc:sldChg chg="del">
        <pc:chgData name="DREYER Mathieu" userId="S::0019786@cpn-laxou.com::442add8d-55e7-43fa-a8e5-a8994caecf16" providerId="AD" clId="Web-{6D90A76B-4A39-47C2-8D19-90E9486F015C}" dt="2026-01-13T12:26:50.409" v="278"/>
        <pc:sldMkLst>
          <pc:docMk/>
          <pc:sldMk cId="1472106130" sldId="270"/>
        </pc:sldMkLst>
      </pc:sldChg>
      <pc:sldChg chg="del">
        <pc:chgData name="DREYER Mathieu" userId="S::0019786@cpn-laxou.com::442add8d-55e7-43fa-a8e5-a8994caecf16" providerId="AD" clId="Web-{6D90A76B-4A39-47C2-8D19-90E9486F015C}" dt="2026-01-13T12:26:49.096" v="273"/>
        <pc:sldMkLst>
          <pc:docMk/>
          <pc:sldMk cId="920173932" sldId="275"/>
        </pc:sldMkLst>
      </pc:sldChg>
      <pc:sldChg chg="del">
        <pc:chgData name="DREYER Mathieu" userId="S::0019786@cpn-laxou.com::442add8d-55e7-43fa-a8e5-a8994caecf16" providerId="AD" clId="Web-{6D90A76B-4A39-47C2-8D19-90E9486F015C}" dt="2026-01-13T12:26:49.081" v="272"/>
        <pc:sldMkLst>
          <pc:docMk/>
          <pc:sldMk cId="2436493926" sldId="276"/>
        </pc:sldMkLst>
      </pc:sldChg>
      <pc:sldChg chg="delSp modSp">
        <pc:chgData name="DREYER Mathieu" userId="S::0019786@cpn-laxou.com::442add8d-55e7-43fa-a8e5-a8994caecf16" providerId="AD" clId="Web-{6D90A76B-4A39-47C2-8D19-90E9486F015C}" dt="2026-01-13T12:18:07.363" v="18"/>
        <pc:sldMkLst>
          <pc:docMk/>
          <pc:sldMk cId="2243494996" sldId="277"/>
        </pc:sldMkLst>
        <pc:spChg chg="mod">
          <ac:chgData name="DREYER Mathieu" userId="S::0019786@cpn-laxou.com::442add8d-55e7-43fa-a8e5-a8994caecf16" providerId="AD" clId="Web-{6D90A76B-4A39-47C2-8D19-90E9486F015C}" dt="2026-01-13T12:17:35.735" v="3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DREYER Mathieu" userId="S::0019786@cpn-laxou.com::442add8d-55e7-43fa-a8e5-a8994caecf16" providerId="AD" clId="Web-{6D90A76B-4A39-47C2-8D19-90E9486F015C}" dt="2026-01-13T12:17:41.829" v="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DREYER Mathieu" userId="S::0019786@cpn-laxou.com::442add8d-55e7-43fa-a8e5-a8994caecf16" providerId="AD" clId="Web-{6D90A76B-4A39-47C2-8D19-90E9486F015C}" dt="2026-01-13T12:18:07.363" v="18"/>
          <ac:spMkLst>
            <pc:docMk/>
            <pc:sldMk cId="2243494996" sldId="277"/>
            <ac:spMk id="5" creationId="{AF29EA23-F34E-486A-B8B2-0C3019266975}"/>
          </ac:spMkLst>
        </pc:spChg>
      </pc:sldChg>
      <pc:sldChg chg="addSp delSp modSp">
        <pc:chgData name="DREYER Mathieu" userId="S::0019786@cpn-laxou.com::442add8d-55e7-43fa-a8e5-a8994caecf16" providerId="AD" clId="Web-{6D90A76B-4A39-47C2-8D19-90E9486F015C}" dt="2026-01-13T12:22:34.506" v="146"/>
        <pc:sldMkLst>
          <pc:docMk/>
          <pc:sldMk cId="2069393026" sldId="278"/>
        </pc:sldMkLst>
        <pc:spChg chg="del">
          <ac:chgData name="DREYER Mathieu" userId="S::0019786@cpn-laxou.com::442add8d-55e7-43fa-a8e5-a8994caecf16" providerId="AD" clId="Web-{6D90A76B-4A39-47C2-8D19-90E9486F015C}" dt="2026-01-13T12:22:34.506" v="146"/>
          <ac:spMkLst>
            <pc:docMk/>
            <pc:sldMk cId="2069393026" sldId="278"/>
            <ac:spMk id="3" creationId="{005C44B1-BA82-483C-BD91-F89067442F9E}"/>
          </ac:spMkLst>
        </pc:spChg>
        <pc:spChg chg="del mod">
          <ac:chgData name="DREYER Mathieu" userId="S::0019786@cpn-laxou.com::442add8d-55e7-43fa-a8e5-a8994caecf16" providerId="AD" clId="Web-{6D90A76B-4A39-47C2-8D19-90E9486F015C}" dt="2026-01-13T12:22:27.629" v="140"/>
          <ac:spMkLst>
            <pc:docMk/>
            <pc:sldMk cId="2069393026" sldId="278"/>
            <ac:spMk id="5" creationId="{06E82690-B145-4D4F-B2D1-0B2A8C50FD71}"/>
          </ac:spMkLst>
        </pc:spChg>
        <pc:spChg chg="mod">
          <ac:chgData name="DREYER Mathieu" userId="S::0019786@cpn-laxou.com::442add8d-55e7-43fa-a8e5-a8994caecf16" providerId="AD" clId="Web-{6D90A76B-4A39-47C2-8D19-90E9486F015C}" dt="2026-01-13T12:21:59.722" v="115" actId="20577"/>
          <ac:spMkLst>
            <pc:docMk/>
            <pc:sldMk cId="2069393026" sldId="278"/>
            <ac:spMk id="6" creationId="{7640DF9D-0C9E-4C5D-9635-6B4DE10CCEE5}"/>
          </ac:spMkLst>
        </pc:spChg>
        <pc:spChg chg="mod">
          <ac:chgData name="DREYER Mathieu" userId="S::0019786@cpn-laxou.com::442add8d-55e7-43fa-a8e5-a8994caecf16" providerId="AD" clId="Web-{6D90A76B-4A39-47C2-8D19-90E9486F015C}" dt="2026-01-13T12:21:56.097" v="108" actId="20577"/>
          <ac:spMkLst>
            <pc:docMk/>
            <pc:sldMk cId="2069393026" sldId="278"/>
            <ac:spMk id="7" creationId="{40297407-CE4E-4284-879D-AEC395713625}"/>
          </ac:spMkLst>
        </pc:spChg>
        <pc:spChg chg="mod">
          <ac:chgData name="DREYER Mathieu" userId="S::0019786@cpn-laxou.com::442add8d-55e7-43fa-a8e5-a8994caecf16" providerId="AD" clId="Web-{6D90A76B-4A39-47C2-8D19-90E9486F015C}" dt="2026-01-13T12:22:05.628" v="117" actId="20577"/>
          <ac:spMkLst>
            <pc:docMk/>
            <pc:sldMk cId="2069393026" sldId="278"/>
            <ac:spMk id="8" creationId="{F5C3A7BE-F7FC-4942-A31A-491A8A806103}"/>
          </ac:spMkLst>
        </pc:spChg>
        <pc:spChg chg="mod">
          <ac:chgData name="DREYER Mathieu" userId="S::0019786@cpn-laxou.com::442add8d-55e7-43fa-a8e5-a8994caecf16" providerId="AD" clId="Web-{6D90A76B-4A39-47C2-8D19-90E9486F015C}" dt="2026-01-13T12:22:33.020" v="145" actId="20577"/>
          <ac:spMkLst>
            <pc:docMk/>
            <pc:sldMk cId="2069393026" sldId="278"/>
            <ac:spMk id="9" creationId="{95CCE699-03D1-4642-B46A-B14EF17DA183}"/>
          </ac:spMkLst>
        </pc:spChg>
        <pc:spChg chg="del">
          <ac:chgData name="DREYER Mathieu" userId="S::0019786@cpn-laxou.com::442add8d-55e7-43fa-a8e5-a8994caecf16" providerId="AD" clId="Web-{6D90A76B-4A39-47C2-8D19-90E9486F015C}" dt="2026-01-13T12:22:24.942" v="137"/>
          <ac:spMkLst>
            <pc:docMk/>
            <pc:sldMk cId="2069393026" sldId="278"/>
            <ac:spMk id="10" creationId="{BC1DF189-6F2F-4C21-88CC-C82D3D0D147B}"/>
          </ac:spMkLst>
        </pc:spChg>
        <pc:spChg chg="add del mod">
          <ac:chgData name="DREYER Mathieu" userId="S::0019786@cpn-laxou.com::442add8d-55e7-43fa-a8e5-a8994caecf16" providerId="AD" clId="Web-{6D90A76B-4A39-47C2-8D19-90E9486F015C}" dt="2026-01-13T12:22:26.457" v="139"/>
          <ac:spMkLst>
            <pc:docMk/>
            <pc:sldMk cId="2069393026" sldId="278"/>
            <ac:spMk id="12" creationId="{E2E7D692-9068-900F-86DC-ACE5F52B13DF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2:27.629" v="140"/>
          <ac:spMkLst>
            <pc:docMk/>
            <pc:sldMk cId="2069393026" sldId="278"/>
            <ac:spMk id="14" creationId="{CFF6BF65-5493-37E8-D77D-756ECA0F462C}"/>
          </ac:spMkLst>
        </pc:spChg>
      </pc:sldChg>
      <pc:sldChg chg="del">
        <pc:chgData name="DREYER Mathieu" userId="S::0019786@cpn-laxou.com::442add8d-55e7-43fa-a8e5-a8994caecf16" providerId="AD" clId="Web-{6D90A76B-4A39-47C2-8D19-90E9486F015C}" dt="2026-01-13T12:23:44.210" v="183"/>
        <pc:sldMkLst>
          <pc:docMk/>
          <pc:sldMk cId="1417396711" sldId="280"/>
        </pc:sldMkLst>
      </pc:sldChg>
      <pc:sldChg chg="del">
        <pc:chgData name="DREYER Mathieu" userId="S::0019786@cpn-laxou.com::442add8d-55e7-43fa-a8e5-a8994caecf16" providerId="AD" clId="Web-{6D90A76B-4A39-47C2-8D19-90E9486F015C}" dt="2026-01-13T12:26:49.096" v="275"/>
        <pc:sldMkLst>
          <pc:docMk/>
          <pc:sldMk cId="3477453048" sldId="282"/>
        </pc:sldMkLst>
      </pc:sldChg>
      <pc:sldChg chg="del">
        <pc:chgData name="DREYER Mathieu" userId="S::0019786@cpn-laxou.com::442add8d-55e7-43fa-a8e5-a8994caecf16" providerId="AD" clId="Web-{6D90A76B-4A39-47C2-8D19-90E9486F015C}" dt="2026-01-13T12:26:49.096" v="274"/>
        <pc:sldMkLst>
          <pc:docMk/>
          <pc:sldMk cId="3396266754" sldId="283"/>
        </pc:sldMkLst>
      </pc:sldChg>
      <pc:sldChg chg="del">
        <pc:chgData name="DREYER Mathieu" userId="S::0019786@cpn-laxou.com::442add8d-55e7-43fa-a8e5-a8994caecf16" providerId="AD" clId="Web-{6D90A76B-4A39-47C2-8D19-90E9486F015C}" dt="2026-01-13T12:26:49.112" v="277"/>
        <pc:sldMkLst>
          <pc:docMk/>
          <pc:sldMk cId="57897592" sldId="287"/>
        </pc:sldMkLst>
      </pc:sldChg>
      <pc:sldChg chg="addSp delSp modSp">
        <pc:chgData name="DREYER Mathieu" userId="S::0019786@cpn-laxou.com::442add8d-55e7-43fa-a8e5-a8994caecf16" providerId="AD" clId="Web-{6D90A76B-4A39-47C2-8D19-90E9486F015C}" dt="2026-01-13T12:20:36.421" v="92"/>
        <pc:sldMkLst>
          <pc:docMk/>
          <pc:sldMk cId="1844941827" sldId="289"/>
        </pc:sldMkLst>
        <pc:spChg chg="mod">
          <ac:chgData name="DREYER Mathieu" userId="S::0019786@cpn-laxou.com::442add8d-55e7-43fa-a8e5-a8994caecf16" providerId="AD" clId="Web-{6D90A76B-4A39-47C2-8D19-90E9486F015C}" dt="2026-01-13T12:20:11.685" v="81" actId="20577"/>
          <ac:spMkLst>
            <pc:docMk/>
            <pc:sldMk cId="1844941827" sldId="289"/>
            <ac:spMk id="2" creationId="{75031FE9-9059-4FE8-B4AC-9771F23A1B89}"/>
          </ac:spMkLst>
        </pc:spChg>
        <pc:spChg chg="mod">
          <ac:chgData name="DREYER Mathieu" userId="S::0019786@cpn-laxou.com::442add8d-55e7-43fa-a8e5-a8994caecf16" providerId="AD" clId="Web-{6D90A76B-4A39-47C2-8D19-90E9486F015C}" dt="2026-01-13T12:20:13.544" v="82" actId="20577"/>
          <ac:spMkLst>
            <pc:docMk/>
            <pc:sldMk cId="1844941827" sldId="289"/>
            <ac:spMk id="3" creationId="{D4A2EB3F-4D60-451F-8F45-7D6654D2FCD9}"/>
          </ac:spMkLst>
        </pc:spChg>
        <pc:spChg chg="del">
          <ac:chgData name="DREYER Mathieu" userId="S::0019786@cpn-laxou.com::442add8d-55e7-43fa-a8e5-a8994caecf16" providerId="AD" clId="Web-{6D90A76B-4A39-47C2-8D19-90E9486F015C}" dt="2026-01-13T12:20:33.843" v="91"/>
          <ac:spMkLst>
            <pc:docMk/>
            <pc:sldMk cId="1844941827" sldId="289"/>
            <ac:spMk id="4" creationId="{AC1C80FB-53F9-42EE-B1E6-D0F998EC5DFA}"/>
          </ac:spMkLst>
        </pc:spChg>
        <pc:spChg chg="mod">
          <ac:chgData name="DREYER Mathieu" userId="S::0019786@cpn-laxou.com::442add8d-55e7-43fa-a8e5-a8994caecf16" providerId="AD" clId="Web-{6D90A76B-4A39-47C2-8D19-90E9486F015C}" dt="2026-01-13T12:20:18.154" v="83" actId="20577"/>
          <ac:spMkLst>
            <pc:docMk/>
            <pc:sldMk cId="1844941827" sldId="289"/>
            <ac:spMk id="5" creationId="{E81BA2B5-6A90-4204-ABDD-7183FBB03A02}"/>
          </ac:spMkLst>
        </pc:spChg>
        <pc:spChg chg="del">
          <ac:chgData name="DREYER Mathieu" userId="S::0019786@cpn-laxou.com::442add8d-55e7-43fa-a8e5-a8994caecf16" providerId="AD" clId="Web-{6D90A76B-4A39-47C2-8D19-90E9486F015C}" dt="2026-01-13T12:20:31.780" v="90"/>
          <ac:spMkLst>
            <pc:docMk/>
            <pc:sldMk cId="1844941827" sldId="289"/>
            <ac:spMk id="6" creationId="{7E7D4C34-22A0-4D54-A07D-E1E9A11463E5}"/>
          </ac:spMkLst>
        </pc:spChg>
        <pc:spChg chg="mod">
          <ac:chgData name="DREYER Mathieu" userId="S::0019786@cpn-laxou.com::442add8d-55e7-43fa-a8e5-a8994caecf16" providerId="AD" clId="Web-{6D90A76B-4A39-47C2-8D19-90E9486F015C}" dt="2026-01-13T12:20:21.342" v="85" actId="20577"/>
          <ac:spMkLst>
            <pc:docMk/>
            <pc:sldMk cId="1844941827" sldId="289"/>
            <ac:spMk id="7" creationId="{301D392D-FB66-47A0-B628-5ADE822A2CFF}"/>
          </ac:spMkLst>
        </pc:spChg>
        <pc:spChg chg="del">
          <ac:chgData name="DREYER Mathieu" userId="S::0019786@cpn-laxou.com::442add8d-55e7-43fa-a8e5-a8994caecf16" providerId="AD" clId="Web-{6D90A76B-4A39-47C2-8D19-90E9486F015C}" dt="2026-01-13T12:20:30.686" v="89"/>
          <ac:spMkLst>
            <pc:docMk/>
            <pc:sldMk cId="1844941827" sldId="289"/>
            <ac:spMk id="8" creationId="{51C26CE0-2506-4B44-A26F-C12BFA5B18B5}"/>
          </ac:spMkLst>
        </pc:spChg>
        <pc:spChg chg="mod">
          <ac:chgData name="DREYER Mathieu" userId="S::0019786@cpn-laxou.com::442add8d-55e7-43fa-a8e5-a8994caecf16" providerId="AD" clId="Web-{6D90A76B-4A39-47C2-8D19-90E9486F015C}" dt="2026-01-13T12:20:26.952" v="87" actId="20577"/>
          <ac:spMkLst>
            <pc:docMk/>
            <pc:sldMk cId="1844941827" sldId="289"/>
            <ac:spMk id="9" creationId="{868F40F8-BF35-45E9-B3DD-5436362D746E}"/>
          </ac:spMkLst>
        </pc:spChg>
        <pc:spChg chg="del">
          <ac:chgData name="DREYER Mathieu" userId="S::0019786@cpn-laxou.com::442add8d-55e7-43fa-a8e5-a8994caecf16" providerId="AD" clId="Web-{6D90A76B-4A39-47C2-8D19-90E9486F015C}" dt="2026-01-13T12:20:28.514" v="88"/>
          <ac:spMkLst>
            <pc:docMk/>
            <pc:sldMk cId="1844941827" sldId="289"/>
            <ac:spMk id="10" creationId="{7F39C97C-2DDC-4706-B96C-B02FAE53A426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0:28.514" v="88"/>
          <ac:spMkLst>
            <pc:docMk/>
            <pc:sldMk cId="1844941827" sldId="289"/>
            <ac:spMk id="12" creationId="{496D0FDB-DA83-B0CD-F4E5-527D1BD0C9C4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0:30.686" v="89"/>
          <ac:spMkLst>
            <pc:docMk/>
            <pc:sldMk cId="1844941827" sldId="289"/>
            <ac:spMk id="14" creationId="{864B1358-C90B-685E-81B6-FDE88922EB91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0:31.780" v="90"/>
          <ac:spMkLst>
            <pc:docMk/>
            <pc:sldMk cId="1844941827" sldId="289"/>
            <ac:spMk id="16" creationId="{49694404-480E-D743-5945-CF3BC193FAE9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0:33.843" v="91"/>
          <ac:spMkLst>
            <pc:docMk/>
            <pc:sldMk cId="1844941827" sldId="289"/>
            <ac:spMk id="18" creationId="{B05A19A9-A6C3-D546-C27F-C66A899E2BD2}"/>
          </ac:spMkLst>
        </pc:spChg>
        <pc:spChg chg="del">
          <ac:chgData name="DREYER Mathieu" userId="S::0019786@cpn-laxou.com::442add8d-55e7-43fa-a8e5-a8994caecf16" providerId="AD" clId="Web-{6D90A76B-4A39-47C2-8D19-90E9486F015C}" dt="2026-01-13T12:20:36.421" v="92"/>
          <ac:spMkLst>
            <pc:docMk/>
            <pc:sldMk cId="1844941827" sldId="289"/>
            <ac:spMk id="21" creationId="{7E44CAC0-3B5A-49F6-A2CB-0BC80D111A87}"/>
          </ac:spMkLst>
        </pc:spChg>
      </pc:sldChg>
      <pc:sldChg chg="del">
        <pc:chgData name="DREYER Mathieu" userId="S::0019786@cpn-laxou.com::442add8d-55e7-43fa-a8e5-a8994caecf16" providerId="AD" clId="Web-{6D90A76B-4A39-47C2-8D19-90E9486F015C}" dt="2026-01-13T12:23:26.866" v="177"/>
        <pc:sldMkLst>
          <pc:docMk/>
          <pc:sldMk cId="404854312" sldId="292"/>
        </pc:sldMkLst>
      </pc:sldChg>
      <pc:sldChg chg="addSp delSp modSp">
        <pc:chgData name="DREYER Mathieu" userId="S::0019786@cpn-laxou.com::442add8d-55e7-43fa-a8e5-a8994caecf16" providerId="AD" clId="Web-{6D90A76B-4A39-47C2-8D19-90E9486F015C}" dt="2026-01-13T12:26:13.294" v="264"/>
        <pc:sldMkLst>
          <pc:docMk/>
          <pc:sldMk cId="1057409390" sldId="293"/>
        </pc:sldMkLst>
        <pc:spChg chg="add mod">
          <ac:chgData name="DREYER Mathieu" userId="S::0019786@cpn-laxou.com::442add8d-55e7-43fa-a8e5-a8994caecf16" providerId="AD" clId="Web-{6D90A76B-4A39-47C2-8D19-90E9486F015C}" dt="2026-01-13T12:23:33.569" v="180"/>
          <ac:spMkLst>
            <pc:docMk/>
            <pc:sldMk cId="1057409390" sldId="293"/>
            <ac:spMk id="3" creationId="{D506339A-A0FC-45C8-CDD7-5F75BC147BC7}"/>
          </ac:spMkLst>
        </pc:spChg>
        <pc:spChg chg="mod">
          <ac:chgData name="DREYER Mathieu" userId="S::0019786@cpn-laxou.com::442add8d-55e7-43fa-a8e5-a8994caecf16" providerId="AD" clId="Web-{6D90A76B-4A39-47C2-8D19-90E9486F015C}" dt="2026-01-13T12:25:18.307" v="233" actId="20577"/>
          <ac:spMkLst>
            <pc:docMk/>
            <pc:sldMk cId="1057409390" sldId="293"/>
            <ac:spMk id="4" creationId="{FAD2AE59-5630-4D5C-83A9-4CDEF4D7DCFB}"/>
          </ac:spMkLst>
        </pc:spChg>
        <pc:spChg chg="del">
          <ac:chgData name="DREYER Mathieu" userId="S::0019786@cpn-laxou.com::442add8d-55e7-43fa-a8e5-a8994caecf16" providerId="AD" clId="Web-{6D90A76B-4A39-47C2-8D19-90E9486F015C}" dt="2026-01-13T12:23:33.569" v="180"/>
          <ac:spMkLst>
            <pc:docMk/>
            <pc:sldMk cId="1057409390" sldId="293"/>
            <ac:spMk id="5" creationId="{F8657664-A458-4DDD-ACC2-1D87FCD6FCA9}"/>
          </ac:spMkLst>
        </pc:spChg>
        <pc:spChg chg="mod">
          <ac:chgData name="DREYER Mathieu" userId="S::0019786@cpn-laxou.com::442add8d-55e7-43fa-a8e5-a8994caecf16" providerId="AD" clId="Web-{6D90A76B-4A39-47C2-8D19-90E9486F015C}" dt="2026-01-13T12:25:26.432" v="242" actId="20577"/>
          <ac:spMkLst>
            <pc:docMk/>
            <pc:sldMk cId="1057409390" sldId="293"/>
            <ac:spMk id="6" creationId="{5A6B31B0-7B84-475D-961F-09C0191F91A2}"/>
          </ac:spMkLst>
        </pc:spChg>
        <pc:spChg chg="del">
          <ac:chgData name="DREYER Mathieu" userId="S::0019786@cpn-laxou.com::442add8d-55e7-43fa-a8e5-a8994caecf16" providerId="AD" clId="Web-{6D90A76B-4A39-47C2-8D19-90E9486F015C}" dt="2026-01-13T12:23:39.616" v="182"/>
          <ac:spMkLst>
            <pc:docMk/>
            <pc:sldMk cId="1057409390" sldId="293"/>
            <ac:spMk id="7" creationId="{578017FE-712E-4E95-B483-B700F1AA4B2A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5:21.619" v="237" actId="14100"/>
          <ac:spMkLst>
            <pc:docMk/>
            <pc:sldMk cId="1057409390" sldId="293"/>
            <ac:spMk id="9" creationId="{B0382520-FF12-110B-8601-20AA7AA3B871}"/>
          </ac:spMkLst>
        </pc:spChg>
        <pc:spChg chg="del">
          <ac:chgData name="DREYER Mathieu" userId="S::0019786@cpn-laxou.com::442add8d-55e7-43fa-a8e5-a8994caecf16" providerId="AD" clId="Web-{6D90A76B-4A39-47C2-8D19-90E9486F015C}" dt="2026-01-13T12:23:35.898" v="181"/>
          <ac:spMkLst>
            <pc:docMk/>
            <pc:sldMk cId="1057409390" sldId="293"/>
            <ac:spMk id="11" creationId="{D0E0ACA0-9139-4C37-920D-BF3C1FF461C1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3:39.616" v="182"/>
          <ac:spMkLst>
            <pc:docMk/>
            <pc:sldMk cId="1057409390" sldId="293"/>
            <ac:spMk id="12" creationId="{B23FEC4E-14AF-FA85-0BBA-2A9FEA9C20AB}"/>
          </ac:spMkLst>
        </pc:spChg>
        <pc:spChg chg="del">
          <ac:chgData name="DREYER Mathieu" userId="S::0019786@cpn-laxou.com::442add8d-55e7-43fa-a8e5-a8994caecf16" providerId="AD" clId="Web-{6D90A76B-4A39-47C2-8D19-90E9486F015C}" dt="2026-01-13T12:26:13.294" v="264"/>
          <ac:spMkLst>
            <pc:docMk/>
            <pc:sldMk cId="1057409390" sldId="293"/>
            <ac:spMk id="13" creationId="{F4A37AA9-0BEE-42AC-8CC0-AE5B8663553A}"/>
          </ac:spMkLst>
        </pc:spChg>
      </pc:sldChg>
      <pc:sldChg chg="addSp delSp modSp add ord replId">
        <pc:chgData name="DREYER Mathieu" userId="S::0019786@cpn-laxou.com::442add8d-55e7-43fa-a8e5-a8994caecf16" providerId="AD" clId="Web-{6D90A76B-4A39-47C2-8D19-90E9486F015C}" dt="2026-01-13T12:26:54.237" v="280"/>
        <pc:sldMkLst>
          <pc:docMk/>
          <pc:sldMk cId="1831651401" sldId="294"/>
        </pc:sldMkLst>
        <pc:spChg chg="mod">
          <ac:chgData name="DREYER Mathieu" userId="S::0019786@cpn-laxou.com::442add8d-55e7-43fa-a8e5-a8994caecf16" providerId="AD" clId="Web-{6D90A76B-4A39-47C2-8D19-90E9486F015C}" dt="2026-01-13T12:26:37.751" v="268" actId="20577"/>
          <ac:spMkLst>
            <pc:docMk/>
            <pc:sldMk cId="1831651401" sldId="294"/>
            <ac:spMk id="2" creationId="{146AA357-E39C-5AE2-EE68-623252370EFC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4:03.695" v="203"/>
          <ac:spMkLst>
            <pc:docMk/>
            <pc:sldMk cId="1831651401" sldId="294"/>
            <ac:spMk id="4" creationId="{5B24C852-AB55-AE5E-F171-255864E6B975}"/>
          </ac:spMkLst>
        </pc:spChg>
        <pc:spChg chg="del">
          <ac:chgData name="DREYER Mathieu" userId="S::0019786@cpn-laxou.com::442add8d-55e7-43fa-a8e5-a8994caecf16" providerId="AD" clId="Web-{6D90A76B-4A39-47C2-8D19-90E9486F015C}" dt="2026-01-13T12:26:54.237" v="280"/>
          <ac:spMkLst>
            <pc:docMk/>
            <pc:sldMk cId="1831651401" sldId="294"/>
            <ac:spMk id="10" creationId="{B95FEBC8-AABD-4C44-0F58-AA898ACA1B7D}"/>
          </ac:spMkLst>
        </pc:spChg>
        <pc:spChg chg="mod">
          <ac:chgData name="DREYER Mathieu" userId="S::0019786@cpn-laxou.com::442add8d-55e7-43fa-a8e5-a8994caecf16" providerId="AD" clId="Web-{6D90A76B-4A39-47C2-8D19-90E9486F015C}" dt="2026-01-13T12:26:41.564" v="271" actId="1076"/>
          <ac:spMkLst>
            <pc:docMk/>
            <pc:sldMk cId="1831651401" sldId="294"/>
            <ac:spMk id="18" creationId="{0D42EB9A-F6BB-BEBE-5507-B50C484DF213}"/>
          </ac:spMkLst>
        </pc:spChg>
        <pc:spChg chg="del mod">
          <ac:chgData name="DREYER Mathieu" userId="S::0019786@cpn-laxou.com::442add8d-55e7-43fa-a8e5-a8994caecf16" providerId="AD" clId="Web-{6D90A76B-4A39-47C2-8D19-90E9486F015C}" dt="2026-01-13T12:24:03.695" v="203"/>
          <ac:spMkLst>
            <pc:docMk/>
            <pc:sldMk cId="1831651401" sldId="294"/>
            <ac:spMk id="22" creationId="{3BC2DF07-7953-A82A-382A-5063DCC3FC35}"/>
          </ac:spMkLst>
        </pc:spChg>
      </pc:sldChg>
      <pc:sldChg chg="addSp delSp modSp add del replId">
        <pc:chgData name="DREYER Mathieu" userId="S::0019786@cpn-laxou.com::442add8d-55e7-43fa-a8e5-a8994caecf16" providerId="AD" clId="Web-{6D90A76B-4A39-47C2-8D19-90E9486F015C}" dt="2026-01-13T12:26:51.503" v="279"/>
        <pc:sldMkLst>
          <pc:docMk/>
          <pc:sldMk cId="2928685822" sldId="295"/>
        </pc:sldMkLst>
        <pc:spChg chg="mod">
          <ac:chgData name="DREYER Mathieu" userId="S::0019786@cpn-laxou.com::442add8d-55e7-43fa-a8e5-a8994caecf16" providerId="AD" clId="Web-{6D90A76B-4A39-47C2-8D19-90E9486F015C}" dt="2026-01-13T12:24:31.774" v="211" actId="20577"/>
          <ac:spMkLst>
            <pc:docMk/>
            <pc:sldMk cId="2928685822" sldId="295"/>
            <ac:spMk id="2" creationId="{B9AAA707-4D92-67EE-8DF0-08DE006470BB}"/>
          </ac:spMkLst>
        </pc:spChg>
        <pc:spChg chg="add del mod">
          <ac:chgData name="DREYER Mathieu" userId="S::0019786@cpn-laxou.com::442add8d-55e7-43fa-a8e5-a8994caecf16" providerId="AD" clId="Web-{6D90A76B-4A39-47C2-8D19-90E9486F015C}" dt="2026-01-13T12:24:41.790" v="220"/>
          <ac:spMkLst>
            <pc:docMk/>
            <pc:sldMk cId="2928685822" sldId="295"/>
            <ac:spMk id="3" creationId="{FEA4A428-F048-C5CB-A236-CAC6DD6C589C}"/>
          </ac:spMkLst>
        </pc:spChg>
        <pc:spChg chg="add del mod">
          <ac:chgData name="DREYER Mathieu" userId="S::0019786@cpn-laxou.com::442add8d-55e7-43fa-a8e5-a8994caecf16" providerId="AD" clId="Web-{6D90A76B-4A39-47C2-8D19-90E9486F015C}" dt="2026-01-13T12:24:39.181" v="215"/>
          <ac:spMkLst>
            <pc:docMk/>
            <pc:sldMk cId="2928685822" sldId="295"/>
            <ac:spMk id="6" creationId="{E83C8A70-97F5-E1D4-331D-6D3D45E3E465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4:43.431" v="222"/>
          <ac:spMkLst>
            <pc:docMk/>
            <pc:sldMk cId="2928685822" sldId="295"/>
            <ac:spMk id="8" creationId="{DF1F0F52-E9FE-F58A-9F24-B1AE2CB03EEA}"/>
          </ac:spMkLst>
        </pc:spChg>
        <pc:spChg chg="add mod">
          <ac:chgData name="DREYER Mathieu" userId="S::0019786@cpn-laxou.com::442add8d-55e7-43fa-a8e5-a8994caecf16" providerId="AD" clId="Web-{6D90A76B-4A39-47C2-8D19-90E9486F015C}" dt="2026-01-13T12:24:54.556" v="226" actId="14100"/>
          <ac:spMkLst>
            <pc:docMk/>
            <pc:sldMk cId="2928685822" sldId="295"/>
            <ac:spMk id="13" creationId="{C98F2744-1E3C-8FEA-440B-A87ACB3C4569}"/>
          </ac:spMkLst>
        </pc:spChg>
        <pc:spChg chg="add del mod">
          <ac:chgData name="DREYER Mathieu" userId="S::0019786@cpn-laxou.com::442add8d-55e7-43fa-a8e5-a8994caecf16" providerId="AD" clId="Web-{6D90A76B-4A39-47C2-8D19-90E9486F015C}" dt="2026-01-13T12:24:43.431" v="222"/>
          <ac:spMkLst>
            <pc:docMk/>
            <pc:sldMk cId="2928685822" sldId="295"/>
            <ac:spMk id="18" creationId="{DCA3DDA0-B9DD-752B-264C-3636269D3186}"/>
          </ac:spMkLst>
        </pc:spChg>
      </pc:sldChg>
      <pc:sldChg chg="delSp modSp add ord replId">
        <pc:chgData name="DREYER Mathieu" userId="S::0019786@cpn-laxou.com::442add8d-55e7-43fa-a8e5-a8994caecf16" providerId="AD" clId="Web-{6D90A76B-4A39-47C2-8D19-90E9486F015C}" dt="2026-01-13T12:26:10.356" v="263"/>
        <pc:sldMkLst>
          <pc:docMk/>
          <pc:sldMk cId="435013679" sldId="296"/>
        </pc:sldMkLst>
        <pc:spChg chg="mod">
          <ac:chgData name="DREYER Mathieu" userId="S::0019786@cpn-laxou.com::442add8d-55e7-43fa-a8e5-a8994caecf16" providerId="AD" clId="Web-{6D90A76B-4A39-47C2-8D19-90E9486F015C}" dt="2026-01-13T12:25:42.714" v="249" actId="20577"/>
          <ac:spMkLst>
            <pc:docMk/>
            <pc:sldMk cId="435013679" sldId="296"/>
            <ac:spMk id="2" creationId="{852B9472-B1F7-110C-A3F9-E3C328793EF8}"/>
          </ac:spMkLst>
        </pc:spChg>
        <pc:spChg chg="del">
          <ac:chgData name="DREYER Mathieu" userId="S::0019786@cpn-laxou.com::442add8d-55e7-43fa-a8e5-a8994caecf16" providerId="AD" clId="Web-{6D90A76B-4A39-47C2-8D19-90E9486F015C}" dt="2026-01-13T12:26:10.356" v="263"/>
          <ac:spMkLst>
            <pc:docMk/>
            <pc:sldMk cId="435013679" sldId="296"/>
            <ac:spMk id="10" creationId="{F55BE763-A4CE-1537-77FB-6946BFC34D42}"/>
          </ac:spMkLst>
        </pc:spChg>
        <pc:spChg chg="mod">
          <ac:chgData name="DREYER Mathieu" userId="S::0019786@cpn-laxou.com::442add8d-55e7-43fa-a8e5-a8994caecf16" providerId="AD" clId="Web-{6D90A76B-4A39-47C2-8D19-90E9486F015C}" dt="2026-01-13T12:25:45.745" v="251" actId="20577"/>
          <ac:spMkLst>
            <pc:docMk/>
            <pc:sldMk cId="435013679" sldId="296"/>
            <ac:spMk id="22" creationId="{0CB8F7A4-D055-93F9-3EFE-FD323B5C13AF}"/>
          </ac:spMkLst>
        </pc:spChg>
      </pc:sldChg>
      <pc:sldChg chg="delSp modSp add replId">
        <pc:chgData name="DREYER Mathieu" userId="S::0019786@cpn-laxou.com::442add8d-55e7-43fa-a8e5-a8994caecf16" providerId="AD" clId="Web-{6D90A76B-4A39-47C2-8D19-90E9486F015C}" dt="2026-01-13T12:26:08.247" v="262"/>
        <pc:sldMkLst>
          <pc:docMk/>
          <pc:sldMk cId="2096647923" sldId="297"/>
        </pc:sldMkLst>
        <pc:spChg chg="mod">
          <ac:chgData name="DREYER Mathieu" userId="S::0019786@cpn-laxou.com::442add8d-55e7-43fa-a8e5-a8994caecf16" providerId="AD" clId="Web-{6D90A76B-4A39-47C2-8D19-90E9486F015C}" dt="2026-01-13T12:26:06.793" v="261" actId="20577"/>
          <ac:spMkLst>
            <pc:docMk/>
            <pc:sldMk cId="2096647923" sldId="297"/>
            <ac:spMk id="4" creationId="{302E6D11-C384-0010-77E1-4E2133877BA8}"/>
          </ac:spMkLst>
        </pc:spChg>
        <pc:spChg chg="mod">
          <ac:chgData name="DREYER Mathieu" userId="S::0019786@cpn-laxou.com::442add8d-55e7-43fa-a8e5-a8994caecf16" providerId="AD" clId="Web-{6D90A76B-4A39-47C2-8D19-90E9486F015C}" dt="2026-01-13T12:26:01.871" v="257" actId="20577"/>
          <ac:spMkLst>
            <pc:docMk/>
            <pc:sldMk cId="2096647923" sldId="297"/>
            <ac:spMk id="6" creationId="{C63EEA10-1EE3-7CD3-A7DB-C09BDE20BA31}"/>
          </ac:spMkLst>
        </pc:spChg>
        <pc:spChg chg="del">
          <ac:chgData name="DREYER Mathieu" userId="S::0019786@cpn-laxou.com::442add8d-55e7-43fa-a8e5-a8994caecf16" providerId="AD" clId="Web-{6D90A76B-4A39-47C2-8D19-90E9486F015C}" dt="2026-01-13T12:26:08.247" v="262"/>
          <ac:spMkLst>
            <pc:docMk/>
            <pc:sldMk cId="2096647923" sldId="297"/>
            <ac:spMk id="13" creationId="{D39E15FC-0DFA-972C-C953-C9714EAC95A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A33789C-8E93-49DC-A8CA-83D19626E643}" type="datetime1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C44E-A7B4-4ED5-A7DE-54DBAAE78A61}" type="datetime1">
              <a:rPr lang="en-GB" smtClean="0"/>
              <a:pPr/>
              <a:t>13/01/2026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098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203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322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81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730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3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751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108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222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1BE60-D04E-F7A4-91E7-1A3B7684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4F4C6-661A-B197-666E-0C7EBBC26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D19D2-97A6-724B-DF3C-CFF73C51C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18507-CC3D-8C39-1A14-CCF4DE1BC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6049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E768-B626-3814-F5A0-C5C67938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99C131-1B67-C3F3-15F7-BBB30CA4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CCA58-F5B7-7DD1-3498-83F43AB5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0AD3F-FEAA-4C41-A9CB-AE963A831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948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58AA-F159-28C4-2586-2F351446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34704-2477-0E81-6B3F-B463A3222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BF797-63AD-1C0E-C56B-B96D9A762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8D6C4-EE1C-DD67-D4E7-AFA42CD94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82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endParaRPr lang="en-GB" noProof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Click to add name</a:t>
            </a:r>
          </a:p>
        </p:txBody>
      </p: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 rtlCol="0"/>
          <a:lstStyle/>
          <a:p>
            <a:pPr rtl="0"/>
            <a:r>
              <a:rPr lang="en-GB" noProof="0"/>
              <a:t>Click icon to add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83357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79" r:id="rId14"/>
    <p:sldLayoutId id="2147483692" r:id="rId15"/>
    <p:sldLayoutId id="2147483681" r:id="rId16"/>
    <p:sldLayoutId id="2147483674" r:id="rId17"/>
    <p:sldLayoutId id="2147483675" r:id="rId18"/>
    <p:sldLayoutId id="2147483696" r:id="rId19"/>
    <p:sldLayoutId id="2147483677" r:id="rId20"/>
    <p:sldLayoutId id="2147483678" r:id="rId21"/>
    <p:sldLayoutId id="2147483680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Créer</a:t>
            </a:r>
            <a:r>
              <a:rPr lang="en-GB" dirty="0">
                <a:ea typeface="+mj-lt"/>
                <a:cs typeface="+mj-lt"/>
              </a:rPr>
              <a:t> son premier site web </a:t>
            </a:r>
            <a:r>
              <a:rPr lang="en-GB" dirty="0" err="1">
                <a:ea typeface="+mj-lt"/>
                <a:cs typeface="+mj-lt"/>
              </a:rPr>
              <a:t>en</a:t>
            </a:r>
            <a:r>
              <a:rPr lang="en-GB" dirty="0">
                <a:ea typeface="+mj-lt"/>
                <a:cs typeface="+mj-lt"/>
              </a:rPr>
              <a:t> local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Mathieu Dreyer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 rtlCol="0"/>
          <a:lstStyle/>
          <a:p>
            <a:r>
              <a:rPr lang="en-GB" dirty="0"/>
              <a:t>Objectif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repartir</a:t>
            </a:r>
            <a:r>
              <a:rPr lang="en-GB" dirty="0">
                <a:ea typeface="+mn-lt"/>
                <a:cs typeface="+mn-lt"/>
              </a:rPr>
              <a:t> avec son propre site web </a:t>
            </a:r>
            <a:r>
              <a:rPr lang="en-GB" dirty="0" err="1">
                <a:ea typeface="+mn-lt"/>
                <a:cs typeface="+mn-lt"/>
              </a:rPr>
              <a:t>fonctionnel</a:t>
            </a:r>
            <a:endParaRPr lang="en-US" dirty="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 rtlCol="0"/>
          <a:lstStyle/>
          <a:p>
            <a:r>
              <a:rPr lang="en-GB" err="1">
                <a:ea typeface="+mj-lt"/>
                <a:cs typeface="+mj-lt"/>
              </a:rPr>
              <a:t>Objectifs</a:t>
            </a:r>
            <a:r>
              <a:rPr lang="en-GB">
                <a:ea typeface="+mj-lt"/>
                <a:cs typeface="+mj-lt"/>
              </a:rPr>
              <a:t> du </a:t>
            </a:r>
            <a:r>
              <a:rPr lang="en-GB" err="1">
                <a:ea typeface="+mj-lt"/>
                <a:cs typeface="+mj-lt"/>
              </a:rPr>
              <a:t>cours</a:t>
            </a:r>
            <a:endParaRPr lang="en-US" err="1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dirty="0">
                <a:ea typeface="+mn-lt"/>
                <a:cs typeface="+mn-lt"/>
              </a:rPr>
              <a:t>À la fin du </a:t>
            </a:r>
            <a:r>
              <a:rPr lang="en-GB" dirty="0" err="1">
                <a:ea typeface="+mn-lt"/>
                <a:cs typeface="+mn-lt"/>
              </a:rPr>
              <a:t>cours</a:t>
            </a:r>
            <a:r>
              <a:rPr lang="en-GB" dirty="0">
                <a:ea typeface="+mn-lt"/>
                <a:cs typeface="+mn-lt"/>
              </a:rPr>
              <a:t>, vous </a:t>
            </a:r>
            <a:r>
              <a:rPr lang="en-GB" dirty="0" err="1">
                <a:ea typeface="+mn-lt"/>
                <a:cs typeface="+mn-lt"/>
              </a:rPr>
              <a:t>saurez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Comprendre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qu’est</a:t>
            </a:r>
            <a:r>
              <a:rPr lang="en-GB" dirty="0">
                <a:ea typeface="+mn-lt"/>
                <a:cs typeface="+mn-lt"/>
              </a:rPr>
              <a:t> un site web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Créer</a:t>
            </a:r>
            <a:r>
              <a:rPr lang="en-GB" dirty="0">
                <a:ea typeface="+mn-lt"/>
                <a:cs typeface="+mn-lt"/>
              </a:rPr>
              <a:t> un site </a:t>
            </a:r>
            <a:r>
              <a:rPr lang="en-GB" b="1" dirty="0">
                <a:ea typeface="+mn-lt"/>
                <a:cs typeface="+mn-lt"/>
              </a:rPr>
              <a:t>sans Internet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Modifier du </a:t>
            </a:r>
            <a:r>
              <a:rPr lang="en-GB" dirty="0" err="1">
                <a:ea typeface="+mn-lt"/>
                <a:cs typeface="+mn-lt"/>
              </a:rPr>
              <a:t>texte</a:t>
            </a:r>
            <a:r>
              <a:rPr lang="en-GB" dirty="0">
                <a:ea typeface="+mn-lt"/>
                <a:cs typeface="+mn-lt"/>
              </a:rPr>
              <a:t>, des images et les couleurs</a:t>
            </a:r>
            <a:endParaRPr lang="en-GB" dirty="0"/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Ouvrir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votre</a:t>
            </a:r>
            <a:r>
              <a:rPr lang="en-GB" dirty="0">
                <a:ea typeface="+mn-lt"/>
                <a:cs typeface="+mn-lt"/>
              </a:rPr>
              <a:t> site </a:t>
            </a:r>
            <a:r>
              <a:rPr lang="en-GB" dirty="0" err="1">
                <a:ea typeface="+mn-lt"/>
                <a:cs typeface="+mn-lt"/>
              </a:rPr>
              <a:t>depuis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votre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ordinateur</a:t>
            </a:r>
            <a:endParaRPr lang="en-GB" dirty="0" err="1"/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>
                <a:ea typeface="+mj-lt"/>
                <a:cs typeface="+mj-lt"/>
              </a:rPr>
              <a:t>C’est quoi un site web 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j-lt"/>
                <a:cs typeface="+mj-lt"/>
              </a:rPr>
              <a:t>Des fichiers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800">
                <a:ea typeface="+mj-lt"/>
                <a:cs typeface="+mj-lt"/>
              </a:rPr>
              <a:t>Lus par un navigateur (Chrome, Firefox, Edge…)</a:t>
            </a:r>
            <a:endParaRPr lang="en-US" sz="18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485899" y="4319431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j-lt"/>
                <a:cs typeface="+mj-lt"/>
              </a:rPr>
              <a:t>Local ≠ Internet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486412" y="4826656"/>
            <a:ext cx="4031030" cy="105730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0000"/>
              </a:lnSpc>
            </a:pPr>
            <a:r>
              <a:rPr lang="en-GB" dirty="0">
                <a:ea typeface="+mn-lt"/>
                <a:cs typeface="+mn-lt"/>
              </a:rPr>
              <a:t>Important :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GB" dirty="0">
                <a:ea typeface="+mn-lt"/>
                <a:cs typeface="+mn-lt"/>
              </a:rPr>
              <a:t>Un site </a:t>
            </a:r>
            <a:r>
              <a:rPr lang="en-GB" dirty="0" err="1">
                <a:ea typeface="+mn-lt"/>
                <a:cs typeface="+mn-lt"/>
              </a:rPr>
              <a:t>peut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fonctionner</a:t>
            </a:r>
            <a:r>
              <a:rPr lang="en-GB" dirty="0">
                <a:ea typeface="+mn-lt"/>
                <a:cs typeface="+mn-lt"/>
              </a:rPr>
              <a:t> sans Internet</a:t>
            </a:r>
            <a:endParaRPr lang="en-GB"/>
          </a:p>
          <a:p>
            <a:pPr>
              <a:lnSpc>
                <a:spcPct val="80000"/>
              </a:lnSpc>
            </a:pPr>
            <a:r>
              <a:rPr lang="en-GB" dirty="0">
                <a:ea typeface="+mn-lt"/>
                <a:cs typeface="+mn-lt"/>
              </a:rPr>
              <a:t>Internet </a:t>
            </a:r>
            <a:r>
              <a:rPr lang="en-GB" dirty="0" err="1">
                <a:ea typeface="+mn-lt"/>
                <a:cs typeface="+mn-lt"/>
              </a:rPr>
              <a:t>sert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seulement</a:t>
            </a:r>
            <a:r>
              <a:rPr lang="en-GB" dirty="0">
                <a:ea typeface="+mn-lt"/>
                <a:cs typeface="+mn-lt"/>
              </a:rPr>
              <a:t> à le rendre accessible aux autres</a:t>
            </a:r>
            <a:endParaRPr lang="en-GB" dirty="0"/>
          </a:p>
          <a:p>
            <a:endParaRPr lang="en-GB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4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99CB81-90F3-A913-ABA6-C3E1DD0953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877FF9-0B40-8CAB-C0EE-F4B21BE7E8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📁 </a:t>
            </a:r>
            <a:r>
              <a:rPr lang="en-GB" err="1">
                <a:ea typeface="+mn-lt"/>
                <a:cs typeface="+mn-lt"/>
              </a:rPr>
              <a:t>Fichiers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principaux</a:t>
            </a:r>
            <a:r>
              <a:rPr lang="en-GB" dirty="0">
                <a:ea typeface="+mn-lt"/>
                <a:cs typeface="+mn-lt"/>
              </a:rPr>
              <a:t> :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onsolas"/>
              </a:rPr>
              <a:t>index.html</a:t>
            </a:r>
            <a:r>
              <a:rPr lang="en-GB" dirty="0">
                <a:ea typeface="+mn-lt"/>
                <a:cs typeface="+mn-lt"/>
              </a:rPr>
              <a:t> → le </a:t>
            </a:r>
            <a:r>
              <a:rPr lang="en-GB" dirty="0" err="1">
                <a:ea typeface="+mn-lt"/>
                <a:cs typeface="+mn-lt"/>
              </a:rPr>
              <a:t>contenu</a:t>
            </a:r>
            <a:endParaRPr lang="en-GB" dirty="0" err="1"/>
          </a:p>
          <a:p>
            <a:pPr marL="285750" indent="-285750">
              <a:buFont typeface="Arial"/>
              <a:buChar char="•"/>
            </a:pPr>
            <a:r>
              <a:rPr lang="en-GB" dirty="0">
                <a:latin typeface="Consolas"/>
              </a:rPr>
              <a:t>style.css</a:t>
            </a:r>
            <a:r>
              <a:rPr lang="en-GB" dirty="0">
                <a:ea typeface="+mn-lt"/>
                <a:cs typeface="+mn-lt"/>
              </a:rPr>
              <a:t> → le style</a:t>
            </a:r>
            <a:endParaRPr lang="en-GB" dirty="0"/>
          </a:p>
          <a:p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15A4C10-8147-DF41-4126-BAFC04E6D8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A1CE9B-24AE-675F-BEEF-F0660518BA9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r>
              <a:rPr lang="en-GB">
                <a:ea typeface="+mj-lt"/>
                <a:cs typeface="+mj-lt"/>
              </a:rPr>
              <a:t>Ce qu’on va utiliser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j-lt"/>
                <a:cs typeface="+mj-lt"/>
              </a:rPr>
              <a:t>Un ordinateur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j-lt"/>
                <a:cs typeface="+mj-lt"/>
              </a:rPr>
              <a:t>Un navigateur web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j-lt"/>
                <a:cs typeface="+mj-lt"/>
              </a:rPr>
              <a:t>Un </a:t>
            </a:r>
            <a:r>
              <a:rPr lang="en-GB" err="1">
                <a:ea typeface="+mj-lt"/>
                <a:cs typeface="+mj-lt"/>
              </a:rPr>
              <a:t>éditeur</a:t>
            </a:r>
            <a:r>
              <a:rPr lang="en-GB">
                <a:ea typeface="+mj-lt"/>
                <a:cs typeface="+mj-lt"/>
              </a:rPr>
              <a:t> de texte :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ea typeface="+mj-lt"/>
                <a:cs typeface="+mj-lt"/>
              </a:rPr>
              <a:t>❌ Pas </a:t>
            </a:r>
            <a:r>
              <a:rPr lang="en-GB" err="1">
                <a:ea typeface="+mj-lt"/>
                <a:cs typeface="+mj-lt"/>
              </a:rPr>
              <a:t>besoin</a:t>
            </a:r>
            <a:r>
              <a:rPr lang="en-GB">
                <a:ea typeface="+mj-lt"/>
                <a:cs typeface="+mj-lt"/>
              </a:rPr>
              <a:t> d’Internet</a:t>
            </a:r>
            <a:endParaRPr lang="en-US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5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6D0FDB-DA83-B0CD-F4E5-527D1BD0C9C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4B1358-C90B-685E-81B6-FDE88922EB9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9694404-480E-D743-5945-CF3BC193FAE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05A19A9-A6C3-D546-C27F-C66A899E2B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Créer</a:t>
            </a:r>
            <a:r>
              <a:rPr lang="en-GB" dirty="0">
                <a:ea typeface="+mj-lt"/>
                <a:cs typeface="+mj-lt"/>
              </a:rPr>
              <a:t> son </a:t>
            </a:r>
            <a:r>
              <a:rPr lang="en-GB" dirty="0" err="1">
                <a:ea typeface="+mj-lt"/>
                <a:cs typeface="+mj-lt"/>
              </a:rPr>
              <a:t>projet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 rtlCol="0"/>
          <a:lstStyle/>
          <a:p>
            <a:pPr rtl="0"/>
            <a:r>
              <a:rPr lang="en-GB"/>
              <a:t>BUSINESS MODEL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246951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GB" noProof="1"/>
              <a:t>Créer un dossier :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2798940"/>
            <a:ext cx="5431971" cy="557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1"/>
              <a:t>Mon site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3569311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noProof="1">
                <a:ea typeface="+mj-lt"/>
                <a:cs typeface="+mj-lt"/>
              </a:rPr>
              <a:t>À l’intérieur :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3898736"/>
            <a:ext cx="5431971" cy="5579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800" noProof="1"/>
              <a:t>2 fichiers : </a:t>
            </a:r>
            <a:endParaRPr lang="en-US" sz="1800" dirty="0"/>
          </a:p>
          <a:p>
            <a:r>
              <a:rPr lang="en-GB" sz="1800" noProof="1">
                <a:ea typeface="+mn-lt"/>
                <a:cs typeface="+mn-lt"/>
              </a:rPr>
              <a:t>index.html</a:t>
            </a:r>
            <a:endParaRPr lang="en-GB" sz="1800" dirty="0"/>
          </a:p>
          <a:p>
            <a:r>
              <a:rPr lang="en-GB" sz="1800" noProof="1">
                <a:ea typeface="+mn-lt"/>
                <a:cs typeface="+mn-lt"/>
              </a:rPr>
              <a:t>style.css</a:t>
            </a: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n-GB" smtClean="0"/>
              <a:pPr rtl="0"/>
              <a:t>7</a:t>
            </a:fld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F6BF65-5493-37E8-D77D-756ECA0F462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>
                <a:ea typeface="+mj-lt"/>
                <a:cs typeface="+mj-lt"/>
              </a:rPr>
              <a:t>Structure HTML de base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8</a:t>
            </a:fld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A99EAEF-0859-CBB5-1D50-DA5A8C3EFE4E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42BC49-A0EF-AF5E-1679-FB5EA460E79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31278D8-DE76-DAF8-DE3B-E74F6B0B9FB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C0CE342-6F72-226D-5DFD-7F34E9A84D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F05DC42-2B46-FAFE-B624-EF1789214C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55C2892-3C35-1B5C-724B-589567C2F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116181"/>
            <a:ext cx="10746705" cy="4343721"/>
          </a:xfrm>
          <a:solidFill>
            <a:schemeClr val="tx1"/>
          </a:solidFill>
        </p:spPr>
        <p:txBody>
          <a:bodyPr/>
          <a:lstStyle/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&lt;!DOCTYPE html&gt;</a:t>
            </a:r>
            <a:endParaRPr lang="en-US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&lt;html lang="fr"&gt;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&lt;head&gt;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&lt;meta charset="UTF-8"&gt;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&lt;title&gt;Mon premier site&lt;/title&gt;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&lt;link </a:t>
            </a:r>
            <a:r>
              <a:rPr lang="en-GB" sz="1200" err="1">
                <a:solidFill>
                  <a:schemeClr val="bg1"/>
                </a:solidFill>
                <a:ea typeface="+mj-lt"/>
                <a:cs typeface="+mj-lt"/>
              </a:rPr>
              <a:t>rel</a:t>
            </a:r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="stylesheet" </a:t>
            </a:r>
            <a:r>
              <a:rPr lang="en-GB" sz="1200" err="1">
                <a:solidFill>
                  <a:schemeClr val="bg1"/>
                </a:solidFill>
                <a:ea typeface="+mj-lt"/>
                <a:cs typeface="+mj-lt"/>
              </a:rPr>
              <a:t>href</a:t>
            </a:r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="style.css"&gt;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&lt;/head&gt;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&lt;body&gt;</a:t>
            </a:r>
            <a:endParaRPr lang="en-GB" sz="1200">
              <a:solidFill>
                <a:schemeClr val="bg1"/>
              </a:solidFill>
            </a:endParaRPr>
          </a:p>
          <a:p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&lt;h1&gt;Bienvenue sur mon site&lt;/h1&gt;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&lt;p&gt;Ceci est mon premier site web.&lt;/p&gt;</a:t>
            </a:r>
            <a:endParaRPr lang="en-GB" sz="1200">
              <a:solidFill>
                <a:schemeClr val="bg1"/>
              </a:solidFill>
            </a:endParaRPr>
          </a:p>
          <a:p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&lt;/body&gt;</a:t>
            </a:r>
            <a:endParaRPr lang="en-GB" sz="1200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&lt;/html&gt;</a:t>
            </a:r>
            <a:endParaRPr lang="en-GB" sz="120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/>
          <a:p>
            <a:r>
              <a:rPr lang="en-GB"/>
              <a:t>🟦 Le CSS : le style du site</a:t>
            </a:r>
            <a:endParaRPr lang="en-US"/>
          </a:p>
          <a:p>
            <a:endParaRPr lang="en-GB"/>
          </a:p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7050231" cy="199786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GB" sz="1600" cap="all" noProof="1">
                <a:latin typeface="Tenorite"/>
              </a:rPr>
              <a:t>CSS permet de :</a:t>
            </a:r>
            <a:endParaRPr lang="en-US" sz="1600" noProof="1"/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GB" sz="1600" cap="all" noProof="1">
                <a:latin typeface="Tenorite"/>
              </a:rPr>
              <a:t>Changer les couleurs</a:t>
            </a:r>
            <a:endParaRPr lang="en-GB" sz="1600" noProof="1"/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GB" sz="1600" cap="all" noProof="1">
                <a:ea typeface="+mn-lt"/>
                <a:cs typeface="+mn-lt"/>
              </a:rPr>
              <a:t>La taille du texte</a:t>
            </a:r>
            <a:endParaRPr lang="en-GB" sz="1600" noProof="1">
              <a:ea typeface="+mn-lt"/>
              <a:cs typeface="+mn-lt"/>
            </a:endParaRP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GB" sz="1600" cap="all" noProof="1">
                <a:ea typeface="+mn-lt"/>
                <a:cs typeface="+mn-lt"/>
              </a:rPr>
              <a:t>L’alignement</a:t>
            </a:r>
            <a:endParaRPr lang="en-GB" sz="1600" noProof="1"/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,Sans-Serif"/>
              <a:buChar char="•"/>
            </a:pPr>
            <a:r>
              <a:rPr lang="en-GB" sz="1600" cap="all" noProof="1">
                <a:latin typeface="Tenorite"/>
              </a:rPr>
              <a:t>La police</a:t>
            </a:r>
            <a:endParaRPr lang="en-GB" sz="1600" noProof="1"/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GB" sz="1600" cap="all" noProof="1"/>
              <a:t>👉 Le style est dans </a:t>
            </a:r>
            <a:r>
              <a:rPr lang="en-GB" sz="1600" cap="all" noProof="1">
                <a:latin typeface="Consolas"/>
              </a:rPr>
              <a:t>style.css</a:t>
            </a:r>
            <a:endParaRPr lang="en-GB" sz="16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52A75-1CD2-44EC-9374-C83D4604A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9</a:t>
            </a:fld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6339A-A0FC-45C8-CDD7-5F75BC147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0382520-FF12-110B-8601-20AA7AA3B87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23FEC4E-14AF-FA85-0BBA-2A9FEA9C2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09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25A1-D530-B405-A684-07AADD1E0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B9472-B1F7-110C-A3F9-E3C328793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 err="1">
                <a:ea typeface="+mj-lt"/>
                <a:cs typeface="+mj-lt"/>
              </a:rPr>
              <a:t>Exemple</a:t>
            </a:r>
            <a:r>
              <a:rPr lang="en-GB">
                <a:ea typeface="+mj-lt"/>
                <a:cs typeface="+mj-lt"/>
              </a:rPr>
              <a:t> CSS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B9730E2-98C0-EE04-F373-9EF170673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10</a:t>
            </a:fld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21FF676-AD31-AFF3-B82C-43FF3E93838F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BF4EAB-9184-645C-5D2A-0EBFD9C50B7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A5046266-5884-2FF2-D9BD-71933966590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1551D5-37D1-451A-0E47-C44BD1403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83F91BF8-E396-BEA5-3B9B-88E06E6978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B8F7A4-D055-93F9-3EFE-FD323B5C1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116181"/>
            <a:ext cx="10746705" cy="4343721"/>
          </a:xfrm>
          <a:solidFill>
            <a:schemeClr val="tx1"/>
          </a:solidFill>
        </p:spPr>
        <p:txBody>
          <a:bodyPr/>
          <a:lstStyle/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body {</a:t>
            </a:r>
            <a:endParaRPr lang="en-US"/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background-color: #f0f0f0;</a:t>
            </a:r>
            <a:endParaRPr lang="en-GB"/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font-family: Arial;</a:t>
            </a:r>
            <a:endParaRPr lang="en-GB"/>
          </a:p>
          <a:p>
            <a:r>
              <a:rPr lang="en-GB" sz="1200" dirty="0">
                <a:solidFill>
                  <a:schemeClr val="bg1"/>
                </a:solidFill>
                <a:ea typeface="+mj-lt"/>
                <a:cs typeface="+mj-lt"/>
              </a:rPr>
              <a:t>    </a:t>
            </a:r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text-align: center;</a:t>
            </a:r>
            <a:endParaRPr lang="en-GB">
              <a:solidFill>
                <a:schemeClr val="bg1"/>
              </a:solidFill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}</a:t>
            </a:r>
            <a:endParaRPr lang="en-GB"/>
          </a:p>
          <a:p>
            <a:endParaRPr lang="en-GB">
              <a:solidFill>
                <a:schemeClr val="bg1"/>
              </a:solidFill>
              <a:ea typeface="+mj-lt"/>
              <a:cs typeface="+mj-lt"/>
            </a:endParaRPr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h1 {</a:t>
            </a:r>
            <a:endParaRPr lang="en-GB"/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color: #2c3e50;</a:t>
            </a:r>
            <a:endParaRPr lang="en-GB"/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}</a:t>
            </a:r>
            <a:endParaRPr lang="en-GB"/>
          </a:p>
          <a:p>
            <a:endParaRPr lang="en-GB">
              <a:solidFill>
                <a:schemeClr val="bg1"/>
              </a:solidFill>
              <a:ea typeface="+mj-lt"/>
              <a:cs typeface="+mj-lt"/>
            </a:endParaRPr>
          </a:p>
          <a:p>
            <a:r>
              <a:rPr lang="en-GB" sz="1200" dirty="0">
                <a:solidFill>
                  <a:schemeClr val="bg1"/>
                </a:solidFill>
                <a:ea typeface="+mj-lt"/>
                <a:cs typeface="+mj-lt"/>
              </a:rPr>
              <a:t>p</a:t>
            </a:r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 {</a:t>
            </a:r>
            <a:endParaRPr lang="en-GB"/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    font-size: 18px;</a:t>
            </a:r>
            <a:endParaRPr lang="en-GB"/>
          </a:p>
          <a:p>
            <a:r>
              <a:rPr lang="en-GB" sz="1200">
                <a:solidFill>
                  <a:schemeClr val="bg1"/>
                </a:solidFill>
                <a:ea typeface="+mj-lt"/>
                <a:cs typeface="+mj-lt"/>
              </a:rPr>
              <a:t>}</a:t>
            </a:r>
            <a:endParaRPr lang="en-GB"/>
          </a:p>
          <a:p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5013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E936-B890-126F-6531-4ACAD89B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E6D11-C384-0010-77E1-4E2133877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/>
          <a:p>
            <a:r>
              <a:rPr lang="en-GB" dirty="0"/>
              <a:t>🟦 </a:t>
            </a:r>
            <a:r>
              <a:rPr lang="en-GB"/>
              <a:t>TEST !</a:t>
            </a:r>
            <a:endParaRPr lang="en-US"/>
          </a:p>
          <a:p>
            <a:endParaRPr lang="en-GB"/>
          </a:p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EEA10-1EE3-7CD3-A7DB-C09BDE20B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7050231" cy="19978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600" cap="all" noProof="1">
                <a:ea typeface="+mn-lt"/>
                <a:cs typeface="+mn-lt"/>
              </a:rPr>
              <a:t>Enregistrer</a:t>
            </a:r>
            <a:endParaRPr lang="en-GB" dirty="0"/>
          </a:p>
          <a:p>
            <a:pPr>
              <a:buFont typeface="Arial"/>
              <a:buChar char="•"/>
            </a:pPr>
            <a:r>
              <a:rPr lang="en-GB" sz="1600" cap="all" noProof="1">
                <a:ea typeface="+mn-lt"/>
                <a:cs typeface="+mn-lt"/>
              </a:rPr>
              <a:t>Rafraîchir la page (F5)</a:t>
            </a:r>
            <a:endParaRPr lang="en-GB" dirty="0"/>
          </a:p>
          <a:p>
            <a:pPr>
              <a:buFont typeface="Arial"/>
              <a:buChar char="•"/>
            </a:pPr>
            <a:r>
              <a:rPr lang="en-GB" sz="1600" cap="all" noProof="1">
                <a:ea typeface="+mn-lt"/>
                <a:cs typeface="+mn-lt"/>
              </a:rPr>
              <a:t>Les changements apparaissent instantanément</a:t>
            </a:r>
            <a:endParaRPr lang="en-GB" dirty="0"/>
          </a:p>
          <a:p>
            <a:pPr>
              <a:buFont typeface="Arial"/>
              <a:buChar char="•"/>
            </a:pPr>
            <a:r>
              <a:rPr lang="en-GB" sz="1600" cap="all" noProof="1">
                <a:ea typeface="+mn-lt"/>
                <a:cs typeface="+mn-lt"/>
              </a:rPr>
              <a:t>✨ HTML = contenu</a:t>
            </a:r>
            <a:br>
              <a:rPr lang="en-GB" sz="1600" cap="all" noProof="1">
                <a:ea typeface="+mn-lt"/>
                <a:cs typeface="+mn-lt"/>
              </a:rPr>
            </a:br>
            <a:r>
              <a:rPr lang="en-GB" sz="1600" cap="all" noProof="1">
                <a:ea typeface="+mn-lt"/>
                <a:cs typeface="+mn-lt"/>
              </a:rPr>
              <a:t> 🎨 CSS = apparence</a:t>
            </a:r>
            <a:endParaRPr lang="en-GB" dirty="0"/>
          </a:p>
          <a:p>
            <a:pPr marL="285750" indent="-285750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endParaRPr lang="en-GB" sz="1600" cap="all" noProof="1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67DE597-4C55-088A-BAEA-C254A3FF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11</a:t>
            </a:fld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DC36A-6B88-6FF1-5411-3C74522F6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B281F4-D9EC-1B3A-2FCF-B68962F4FEB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584D112-D5FE-43C6-A22D-C415B4412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647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7A6B-E8A4-2AB8-9AD8-04867AACA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A357-E39C-5AE2-EE68-62325237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en-GB" err="1">
                <a:ea typeface="+mj-lt"/>
                <a:cs typeface="+mj-lt"/>
              </a:rPr>
              <a:t>Exercice</a:t>
            </a:r>
            <a:r>
              <a:rPr lang="en-GB">
                <a:ea typeface="+mj-lt"/>
                <a:cs typeface="+mj-lt"/>
              </a:rPr>
              <a:t> final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3454DF-071D-7CEB-EB12-FA1727BCB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12</a:t>
            </a:fld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5844EAE-2446-7AC4-FE19-2D49D7A28C3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F51E92F-F630-9781-D83B-9FD80FCE397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521C116-D897-C097-96DC-F247FF364A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D42EB9A-F6BB-BEBE-5507-B50C484DF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61961" y="4240322"/>
            <a:ext cx="9044625" cy="823912"/>
          </a:xfrm>
        </p:spPr>
        <p:txBody>
          <a:bodyPr/>
          <a:lstStyle/>
          <a:p>
            <a:pPr algn="ctr"/>
            <a:r>
              <a:rPr lang="en-GB"/>
              <a:t>Exercice final</a:t>
            </a:r>
            <a:endParaRPr lang="en-US"/>
          </a:p>
          <a:p>
            <a:pPr algn="ctr"/>
            <a:r>
              <a:rPr lang="en-GB">
                <a:ea typeface="+mj-lt"/>
                <a:cs typeface="+mj-lt"/>
              </a:rPr>
              <a:t>🎯 Personnalisez votre site :</a:t>
            </a:r>
            <a:endParaRPr lang="en-GB"/>
          </a:p>
          <a:p>
            <a:pPr marL="285750" indent="-285750" algn="ctr">
              <a:buFont typeface="Arial"/>
              <a:buChar char="•"/>
            </a:pPr>
            <a:r>
              <a:rPr lang="en-GB">
                <a:ea typeface="+mj-lt"/>
                <a:cs typeface="+mj-lt"/>
              </a:rPr>
              <a:t>Changez le texte</a:t>
            </a:r>
            <a:endParaRPr lang="en-GB"/>
          </a:p>
          <a:p>
            <a:pPr marL="285750" indent="-285750" algn="ctr">
              <a:buFont typeface="Arial"/>
              <a:buChar char="•"/>
            </a:pPr>
            <a:r>
              <a:rPr lang="en-GB">
                <a:ea typeface="+mj-lt"/>
                <a:cs typeface="+mj-lt"/>
              </a:rPr>
              <a:t>Ajoutez une image</a:t>
            </a:r>
            <a:endParaRPr lang="en-GB"/>
          </a:p>
          <a:p>
            <a:pPr marL="285750" indent="-285750" algn="ctr">
              <a:buFont typeface="Arial"/>
              <a:buChar char="•"/>
            </a:pPr>
            <a:r>
              <a:rPr lang="en-GB">
                <a:ea typeface="+mj-lt"/>
                <a:cs typeface="+mj-lt"/>
              </a:rPr>
              <a:t>Changez la couleur du fond</a:t>
            </a:r>
            <a:endParaRPr lang="en-GB"/>
          </a:p>
          <a:p>
            <a:pPr marL="285750" indent="-285750" algn="ctr">
              <a:buFont typeface="Arial"/>
              <a:buChar char="•"/>
            </a:pPr>
            <a:r>
              <a:rPr lang="en-GB" err="1">
                <a:ea typeface="+mj-lt"/>
                <a:cs typeface="+mj-lt"/>
              </a:rPr>
              <a:t>Modifiez</a:t>
            </a:r>
            <a:r>
              <a:rPr lang="en-GB">
                <a:ea typeface="+mj-lt"/>
                <a:cs typeface="+mj-lt"/>
              </a:rPr>
              <a:t> le titre</a:t>
            </a:r>
            <a:endParaRPr lang="en-GB"/>
          </a:p>
          <a:p>
            <a:pPr algn="ctr"/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E67B79A-3662-A7CF-1CB8-9EF794EBD6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4C852-AB55-AE5E-F171-255864E6B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651401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81D1F3-EE22-4802-8DFA-C4795BD0F3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D61E6D-BC40-43C3-A154-0081729E0F7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815A6BF-B4A3-4B5C-B85C-0D4CB6AE15C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763</Words>
  <Application>Microsoft Office PowerPoint</Application>
  <PresentationFormat>Widescreen</PresentationFormat>
  <Paragraphs>262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Monoline</vt:lpstr>
      <vt:lpstr>Créer son premier site web en local</vt:lpstr>
      <vt:lpstr>Objectif</vt:lpstr>
      <vt:lpstr>Objectifs du cours</vt:lpstr>
      <vt:lpstr>C’est quoi un site web ?</vt:lpstr>
      <vt:lpstr>Ce qu’on va utiliser</vt:lpstr>
      <vt:lpstr>Créer son projet</vt:lpstr>
      <vt:lpstr>BUSINESS MODEL</vt:lpstr>
      <vt:lpstr>Structure HTML de base</vt:lpstr>
      <vt:lpstr>🟦 Le CSS : le style du site  </vt:lpstr>
      <vt:lpstr>Exemple CSS</vt:lpstr>
      <vt:lpstr>🟦 TEST !  </vt:lpstr>
      <vt:lpstr>Exercice final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</cp:revision>
  <dcterms:created xsi:type="dcterms:W3CDTF">2026-01-13T12:17:21Z</dcterms:created>
  <dcterms:modified xsi:type="dcterms:W3CDTF">2026-01-13T12:26:55Z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