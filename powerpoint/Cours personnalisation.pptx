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58" r:id="rId7"/>
    <p:sldId id="26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FFAD1E-9917-4C8F-B9B6-6A22C2EB4B01}" v="200" dt="2026-02-17T13:07:34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43"/>
    <p:restoredTop sz="94718"/>
  </p:normalViewPr>
  <p:slideViewPr>
    <p:cSldViewPr snapToGrid="0">
      <p:cViewPr varScale="1">
        <p:scale>
          <a:sx n="120" d="100"/>
          <a:sy n="120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55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YER Mathieu" userId="S::0019786@cpn-laxou.com::442add8d-55e7-43fa-a8e5-a8994caecf16" providerId="AD" clId="Web-{8CBC44D6-7E71-4BC7-951F-732FBB2F9932}"/>
    <pc:docChg chg="modSld">
      <pc:chgData name="DREYER Mathieu" userId="S::0019786@cpn-laxou.com::442add8d-55e7-43fa-a8e5-a8994caecf16" providerId="AD" clId="Web-{8CBC44D6-7E71-4BC7-951F-732FBB2F9932}" dt="2026-02-10T15:38:07.394" v="0" actId="20577"/>
      <pc:docMkLst>
        <pc:docMk/>
      </pc:docMkLst>
      <pc:sldChg chg="modSp">
        <pc:chgData name="DREYER Mathieu" userId="S::0019786@cpn-laxou.com::442add8d-55e7-43fa-a8e5-a8994caecf16" providerId="AD" clId="Web-{8CBC44D6-7E71-4BC7-951F-732FBB2F9932}" dt="2026-02-10T15:38:07.394" v="0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8CBC44D6-7E71-4BC7-951F-732FBB2F9932}" dt="2026-02-10T15:38:07.394" v="0" actId="20577"/>
          <ac:spMkLst>
            <pc:docMk/>
            <pc:sldMk cId="2259308896" sldId="256"/>
            <ac:spMk id="3" creationId="{A068D447-28D3-4F5F-B2DC-FD67E9015868}"/>
          </ac:spMkLst>
        </pc:spChg>
      </pc:sldChg>
    </pc:docChg>
  </pc:docChgLst>
  <pc:docChgLst>
    <pc:chgData name="DREYER Mathieu" userId="S::0019786@cpn-laxou.com::442add8d-55e7-43fa-a8e5-a8994caecf16" providerId="AD" clId="Web-{08A962DF-6EAF-46F1-AE6F-765879B5015E}"/>
    <pc:docChg chg="addSld modSld">
      <pc:chgData name="DREYER Mathieu" userId="S::0019786@cpn-laxou.com::442add8d-55e7-43fa-a8e5-a8994caecf16" providerId="AD" clId="Web-{08A962DF-6EAF-46F1-AE6F-765879B5015E}" dt="2026-02-03T08:12:54.493" v="95" actId="20577"/>
      <pc:docMkLst>
        <pc:docMk/>
      </pc:docMkLst>
      <pc:sldChg chg="modSp">
        <pc:chgData name="DREYER Mathieu" userId="S::0019786@cpn-laxou.com::442add8d-55e7-43fa-a8e5-a8994caecf16" providerId="AD" clId="Web-{08A962DF-6EAF-46F1-AE6F-765879B5015E}" dt="2026-02-03T08:06:42.240" v="3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08A962DF-6EAF-46F1-AE6F-765879B5015E}" dt="2026-02-03T08:06:39.990" v="1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08A962DF-6EAF-46F1-AE6F-765879B5015E}" dt="2026-02-03T08:06:42.240" v="3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6:59.896" v="11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08A962DF-6EAF-46F1-AE6F-765879B5015E}" dt="2026-02-03T08:06:53.896" v="7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08A962DF-6EAF-46F1-AE6F-765879B5015E}" dt="2026-02-03T08:06:59.896" v="11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7:11.224" v="18" actId="20577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08A962DF-6EAF-46F1-AE6F-765879B5015E}" dt="2026-02-03T08:07:09.615" v="15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08A962DF-6EAF-46F1-AE6F-765879B5015E}" dt="2026-02-03T08:07:11.224" v="18" actId="20577"/>
          <ac:spMkLst>
            <pc:docMk/>
            <pc:sldMk cId="1639799154" sldId="258"/>
            <ac:spMk id="3" creationId="{95B371F2-DBA5-415A-82C8-651F587B857A}"/>
          </ac:spMkLst>
        </pc:spChg>
      </pc:sldChg>
      <pc:sldChg chg="addSp delSp modSp">
        <pc:chgData name="DREYER Mathieu" userId="S::0019786@cpn-laxou.com::442add8d-55e7-43fa-a8e5-a8994caecf16" providerId="AD" clId="Web-{08A962DF-6EAF-46F1-AE6F-765879B5015E}" dt="2026-02-03T08:08:27.584" v="41" actId="20577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08A962DF-6EAF-46F1-AE6F-765879B5015E}" dt="2026-02-03T08:08:02.318" v="30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08A962DF-6EAF-46F1-AE6F-765879B5015E}" dt="2026-02-03T08:08:27.584" v="41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modSp">
        <pc:chgData name="DREYER Mathieu" userId="S::0019786@cpn-laxou.com::442add8d-55e7-43fa-a8e5-a8994caecf16" providerId="AD" clId="Web-{08A962DF-6EAF-46F1-AE6F-765879B5015E}" dt="2026-02-03T08:08:45.178" v="51" actId="205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08A962DF-6EAF-46F1-AE6F-765879B5015E}" dt="2026-02-03T08:08:38.740" v="45" actId="20577"/>
          <ac:spMkLst>
            <pc:docMk/>
            <pc:sldMk cId="977297865" sldId="276"/>
            <ac:spMk id="2" creationId="{973C3A1F-4D3C-0718-9DA6-8DA670F13944}"/>
          </ac:spMkLst>
        </pc:spChg>
      </pc:sldChg>
      <pc:sldChg chg="addSp delSp modSp add replId">
        <pc:chgData name="DREYER Mathieu" userId="S::0019786@cpn-laxou.com::442add8d-55e7-43fa-a8e5-a8994caecf16" providerId="AD" clId="Web-{08A962DF-6EAF-46F1-AE6F-765879B5015E}" dt="2026-02-03T08:09:30.850" v="72"/>
        <pc:sldMkLst>
          <pc:docMk/>
          <pc:sldMk cId="3779564589" sldId="277"/>
        </pc:sldMkLst>
        <pc:spChg chg="mod">
          <ac:chgData name="DREYER Mathieu" userId="S::0019786@cpn-laxou.com::442add8d-55e7-43fa-a8e5-a8994caecf16" providerId="AD" clId="Web-{08A962DF-6EAF-46F1-AE6F-765879B5015E}" dt="2026-02-03T08:09:21.506" v="66" actId="20577"/>
          <ac:spMkLst>
            <pc:docMk/>
            <pc:sldMk cId="3779564589" sldId="277"/>
            <ac:spMk id="2" creationId="{DC9B5050-60F2-C8D9-B1F9-EF7EFFFDB5DB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0:04.616" v="79" actId="20577"/>
        <pc:sldMkLst>
          <pc:docMk/>
          <pc:sldMk cId="1989657988" sldId="278"/>
        </pc:sldMkLst>
        <pc:spChg chg="mod">
          <ac:chgData name="DREYER Mathieu" userId="S::0019786@cpn-laxou.com::442add8d-55e7-43fa-a8e5-a8994caecf16" providerId="AD" clId="Web-{08A962DF-6EAF-46F1-AE6F-765879B5015E}" dt="2026-02-03T08:10:03.053" v="77" actId="20577"/>
          <ac:spMkLst>
            <pc:docMk/>
            <pc:sldMk cId="1989657988" sldId="278"/>
            <ac:spMk id="2" creationId="{7894F75B-4F65-141E-391E-5999BE737E10}"/>
          </ac:spMkLst>
        </pc:spChg>
        <pc:spChg chg="mod">
          <ac:chgData name="DREYER Mathieu" userId="S::0019786@cpn-laxou.com::442add8d-55e7-43fa-a8e5-a8994caecf16" providerId="AD" clId="Web-{08A962DF-6EAF-46F1-AE6F-765879B5015E}" dt="2026-02-03T08:10:04.616" v="79" actId="20577"/>
          <ac:spMkLst>
            <pc:docMk/>
            <pc:sldMk cId="1989657988" sldId="278"/>
            <ac:spMk id="3" creationId="{729B31D5-26AC-7491-DA88-57C867A33EA0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0:59.100" v="85" actId="20577"/>
        <pc:sldMkLst>
          <pc:docMk/>
          <pc:sldMk cId="1197062718" sldId="279"/>
        </pc:sldMkLst>
        <pc:spChg chg="mod">
          <ac:chgData name="DREYER Mathieu" userId="S::0019786@cpn-laxou.com::442add8d-55e7-43fa-a8e5-a8994caecf16" providerId="AD" clId="Web-{08A962DF-6EAF-46F1-AE6F-765879B5015E}" dt="2026-02-03T08:10:55.991" v="83" actId="20577"/>
          <ac:spMkLst>
            <pc:docMk/>
            <pc:sldMk cId="1197062718" sldId="279"/>
            <ac:spMk id="2" creationId="{A011D4A5-CD61-A1E5-C40C-E16DCD22EDEF}"/>
          </ac:spMkLst>
        </pc:spChg>
        <pc:spChg chg="mod">
          <ac:chgData name="DREYER Mathieu" userId="S::0019786@cpn-laxou.com::442add8d-55e7-43fa-a8e5-a8994caecf16" providerId="AD" clId="Web-{08A962DF-6EAF-46F1-AE6F-765879B5015E}" dt="2026-02-03T08:10:59.100" v="85" actId="20577"/>
          <ac:spMkLst>
            <pc:docMk/>
            <pc:sldMk cId="1197062718" sldId="279"/>
            <ac:spMk id="3" creationId="{4A70E152-3DE7-2C04-287F-D97E9E3D6559}"/>
          </ac:spMkLst>
        </pc:spChg>
      </pc:sldChg>
      <pc:sldChg chg="modSp add replId">
        <pc:chgData name="DREYER Mathieu" userId="S::0019786@cpn-laxou.com::442add8d-55e7-43fa-a8e5-a8994caecf16" providerId="AD" clId="Web-{08A962DF-6EAF-46F1-AE6F-765879B5015E}" dt="2026-02-03T08:12:54.493" v="95" actId="20577"/>
        <pc:sldMkLst>
          <pc:docMk/>
          <pc:sldMk cId="1932659045" sldId="280"/>
        </pc:sldMkLst>
        <pc:spChg chg="mod">
          <ac:chgData name="DREYER Mathieu" userId="S::0019786@cpn-laxou.com::442add8d-55e7-43fa-a8e5-a8994caecf16" providerId="AD" clId="Web-{08A962DF-6EAF-46F1-AE6F-765879B5015E}" dt="2026-02-03T08:12:53.180" v="93" actId="20577"/>
          <ac:spMkLst>
            <pc:docMk/>
            <pc:sldMk cId="1932659045" sldId="280"/>
            <ac:spMk id="2" creationId="{3211C7EF-34AD-5BD7-4F68-665DA228E250}"/>
          </ac:spMkLst>
        </pc:spChg>
        <pc:spChg chg="mod">
          <ac:chgData name="DREYER Mathieu" userId="S::0019786@cpn-laxou.com::442add8d-55e7-43fa-a8e5-a8994caecf16" providerId="AD" clId="Web-{08A962DF-6EAF-46F1-AE6F-765879B5015E}" dt="2026-02-03T08:12:54.493" v="95" actId="20577"/>
          <ac:spMkLst>
            <pc:docMk/>
            <pc:sldMk cId="1932659045" sldId="280"/>
            <ac:spMk id="3" creationId="{F9D5B9ED-8A34-1FCE-8F98-3EBF30B555A5}"/>
          </ac:spMkLst>
        </pc:spChg>
      </pc:sldChg>
    </pc:docChg>
  </pc:docChgLst>
  <pc:docChgLst>
    <pc:chgData clId="Web-{93C54044-9F35-4519-BD89-AC0EC5F9943D}"/>
    <pc:docChg chg="modSld">
      <pc:chgData name="" userId="" providerId="" clId="Web-{93C54044-9F35-4519-BD89-AC0EC5F9943D}" dt="2026-01-27T09:30:29.934" v="0" actId="20577"/>
      <pc:docMkLst>
        <pc:docMk/>
      </pc:docMkLst>
      <pc:sldChg chg="modSp">
        <pc:chgData name="" userId="" providerId="" clId="Web-{93C54044-9F35-4519-BD89-AC0EC5F9943D}" dt="2026-01-27T09:30:29.934" v="0" actId="20577"/>
        <pc:sldMkLst>
          <pc:docMk/>
          <pc:sldMk cId="2259308896" sldId="256"/>
        </pc:sldMkLst>
        <pc:spChg chg="mod">
          <ac:chgData name="" userId="" providerId="" clId="Web-{93C54044-9F35-4519-BD89-AC0EC5F9943D}" dt="2026-01-27T09:30:29.934" v="0" actId="20577"/>
          <ac:spMkLst>
            <pc:docMk/>
            <pc:sldMk cId="2259308896" sldId="256"/>
            <ac:spMk id="2" creationId="{51DF3D98-3C30-4CFC-8643-C81E829C8C25}"/>
          </ac:spMkLst>
        </pc:spChg>
      </pc:sldChg>
    </pc:docChg>
  </pc:docChgLst>
  <pc:docChgLst>
    <pc:chgData name="DREYER Mathieu" userId="S::0019786@cpn-laxou.com::442add8d-55e7-43fa-a8e5-a8994caecf16" providerId="AD" clId="Web-{DAFFAD1E-9917-4C8F-B9B6-6A22C2EB4B01}"/>
    <pc:docChg chg="addSld delSld modSld">
      <pc:chgData name="DREYER Mathieu" userId="S::0019786@cpn-laxou.com::442add8d-55e7-43fa-a8e5-a8994caecf16" providerId="AD" clId="Web-{DAFFAD1E-9917-4C8F-B9B6-6A22C2EB4B01}" dt="2026-02-17T13:07:34.505" v="177" actId="20577"/>
      <pc:docMkLst>
        <pc:docMk/>
      </pc:docMkLst>
      <pc:sldChg chg="modSp">
        <pc:chgData name="DREYER Mathieu" userId="S::0019786@cpn-laxou.com::442add8d-55e7-43fa-a8e5-a8994caecf16" providerId="AD" clId="Web-{DAFFAD1E-9917-4C8F-B9B6-6A22C2EB4B01}" dt="2026-02-17T13:02:13.969" v="5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DAFFAD1E-9917-4C8F-B9B6-6A22C2EB4B01}" dt="2026-02-17T13:02:11.829" v="3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DAFFAD1E-9917-4C8F-B9B6-6A22C2EB4B01}" dt="2026-02-17T13:02:13.969" v="5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addSp modSp addAnim">
        <pc:chgData name="DREYER Mathieu" userId="S::0019786@cpn-laxou.com::442add8d-55e7-43fa-a8e5-a8994caecf16" providerId="AD" clId="Web-{DAFFAD1E-9917-4C8F-B9B6-6A22C2EB4B01}" dt="2026-02-17T13:02:58.548" v="23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DAFFAD1E-9917-4C8F-B9B6-6A22C2EB4B01}" dt="2026-02-17T13:02:23.829" v="9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DAFFAD1E-9917-4C8F-B9B6-6A22C2EB4B01}" dt="2026-02-17T13:02:29.548" v="12" actId="20577"/>
          <ac:spMkLst>
            <pc:docMk/>
            <pc:sldMk cId="1325608595" sldId="257"/>
            <ac:spMk id="3" creationId="{22788C46-D0BC-4307-AE55-7601A139E7CB}"/>
          </ac:spMkLst>
        </pc:spChg>
        <pc:spChg chg="add mod">
          <ac:chgData name="DREYER Mathieu" userId="S::0019786@cpn-laxou.com::442add8d-55e7-43fa-a8e5-a8994caecf16" providerId="AD" clId="Web-{DAFFAD1E-9917-4C8F-B9B6-6A22C2EB4B01}" dt="2026-02-17T13:02:53.673" v="22" actId="14100"/>
          <ac:spMkLst>
            <pc:docMk/>
            <pc:sldMk cId="1325608595" sldId="257"/>
            <ac:spMk id="4" creationId="{5EF79329-5E1E-D508-1638-576217C52CB3}"/>
          </ac:spMkLst>
        </pc:spChg>
      </pc:sldChg>
      <pc:sldChg chg="delSp modSp">
        <pc:chgData name="DREYER Mathieu" userId="S::0019786@cpn-laxou.com::442add8d-55e7-43fa-a8e5-a8994caecf16" providerId="AD" clId="Web-{DAFFAD1E-9917-4C8F-B9B6-6A22C2EB4B01}" dt="2026-02-17T13:03:20.002" v="33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DAFFAD1E-9917-4C8F-B9B6-6A22C2EB4B01}" dt="2026-02-17T13:03:14.783" v="29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DAFFAD1E-9917-4C8F-B9B6-6A22C2EB4B01}" dt="2026-02-17T13:03:19.298" v="32" actId="20577"/>
          <ac:spMkLst>
            <pc:docMk/>
            <pc:sldMk cId="1639799154" sldId="258"/>
            <ac:spMk id="3" creationId="{95B371F2-DBA5-415A-82C8-651F587B857A}"/>
          </ac:spMkLst>
        </pc:spChg>
        <pc:picChg chg="del">
          <ac:chgData name="DREYER Mathieu" userId="S::0019786@cpn-laxou.com::442add8d-55e7-43fa-a8e5-a8994caecf16" providerId="AD" clId="Web-{DAFFAD1E-9917-4C8F-B9B6-6A22C2EB4B01}" dt="2026-02-17T13:03:20.002" v="33"/>
          <ac:picMkLst>
            <pc:docMk/>
            <pc:sldMk cId="1639799154" sldId="258"/>
            <ac:picMk id="4" creationId="{3152A4B3-4F11-1640-DAAF-4786F66D60F6}"/>
          </ac:picMkLst>
        </pc:picChg>
      </pc:sldChg>
      <pc:sldChg chg="del">
        <pc:chgData name="DREYER Mathieu" userId="S::0019786@cpn-laxou.com::442add8d-55e7-43fa-a8e5-a8994caecf16" providerId="AD" clId="Web-{DAFFAD1E-9917-4C8F-B9B6-6A22C2EB4B01}" dt="2026-02-17T13:03:32.345" v="34"/>
        <pc:sldMkLst>
          <pc:docMk/>
          <pc:sldMk cId="3446797337" sldId="259"/>
        </pc:sldMkLst>
      </pc:sldChg>
      <pc:sldChg chg="modSp">
        <pc:chgData name="DREYER Mathieu" userId="S::0019786@cpn-laxou.com::442add8d-55e7-43fa-a8e5-a8994caecf16" providerId="AD" clId="Web-{DAFFAD1E-9917-4C8F-B9B6-6A22C2EB4B01}" dt="2026-02-17T13:03:41.986" v="37" actId="20577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DAFFAD1E-9917-4C8F-B9B6-6A22C2EB4B01}" dt="2026-02-17T13:03:36.596" v="35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DAFFAD1E-9917-4C8F-B9B6-6A22C2EB4B01}" dt="2026-02-17T13:03:41.986" v="37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modSp">
        <pc:chgData name="DREYER Mathieu" userId="S::0019786@cpn-laxou.com::442add8d-55e7-43fa-a8e5-a8994caecf16" providerId="AD" clId="Web-{DAFFAD1E-9917-4C8F-B9B6-6A22C2EB4B01}" dt="2026-02-17T13:04:23.409" v="105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DAFFAD1E-9917-4C8F-B9B6-6A22C2EB4B01}" dt="2026-02-17T13:03:54.018" v="41" actId="20577"/>
          <ac:spMkLst>
            <pc:docMk/>
            <pc:sldMk cId="977297865" sldId="276"/>
            <ac:spMk id="2" creationId="{973C3A1F-4D3C-0718-9DA6-8DA670F13944}"/>
          </ac:spMkLst>
        </pc:spChg>
        <pc:graphicFrameChg chg="mod modGraphic">
          <ac:chgData name="DREYER Mathieu" userId="S::0019786@cpn-laxou.com::442add8d-55e7-43fa-a8e5-a8994caecf16" providerId="AD" clId="Web-{DAFFAD1E-9917-4C8F-B9B6-6A22C2EB4B01}" dt="2026-02-17T13:04:23.409" v="105"/>
          <ac:graphicFrameMkLst>
            <pc:docMk/>
            <pc:sldMk cId="977297865" sldId="276"/>
            <ac:graphicFrameMk id="7" creationId="{C6148EE4-12F4-A771-426D-94B9595795A5}"/>
          </ac:graphicFrameMkLst>
        </pc:graphicFrameChg>
      </pc:sldChg>
      <pc:sldChg chg="addSp delSp modSp">
        <pc:chgData name="DREYER Mathieu" userId="S::0019786@cpn-laxou.com::442add8d-55e7-43fa-a8e5-a8994caecf16" providerId="AD" clId="Web-{DAFFAD1E-9917-4C8F-B9B6-6A22C2EB4B01}" dt="2026-02-17T13:04:36.487" v="111" actId="20577"/>
        <pc:sldMkLst>
          <pc:docMk/>
          <pc:sldMk cId="3779564589" sldId="277"/>
        </pc:sldMkLst>
        <pc:spChg chg="mod">
          <ac:chgData name="DREYER Mathieu" userId="S::0019786@cpn-laxou.com::442add8d-55e7-43fa-a8e5-a8994caecf16" providerId="AD" clId="Web-{DAFFAD1E-9917-4C8F-B9B6-6A22C2EB4B01}" dt="2026-02-17T13:04:33.362" v="108" actId="20577"/>
          <ac:spMkLst>
            <pc:docMk/>
            <pc:sldMk cId="3779564589" sldId="277"/>
            <ac:spMk id="2" creationId="{DC9B5050-60F2-C8D9-B1F9-EF7EFFFDB5DB}"/>
          </ac:spMkLst>
        </pc:spChg>
        <pc:spChg chg="add mod">
          <ac:chgData name="DREYER Mathieu" userId="S::0019786@cpn-laxou.com::442add8d-55e7-43fa-a8e5-a8994caecf16" providerId="AD" clId="Web-{DAFFAD1E-9917-4C8F-B9B6-6A22C2EB4B01}" dt="2026-02-17T13:04:36.487" v="111" actId="20577"/>
          <ac:spMkLst>
            <pc:docMk/>
            <pc:sldMk cId="3779564589" sldId="277"/>
            <ac:spMk id="4" creationId="{31A54B8E-1AEB-9F78-9264-2D077748AEDB}"/>
          </ac:spMkLst>
        </pc:spChg>
        <pc:graphicFrameChg chg="del">
          <ac:chgData name="DREYER Mathieu" userId="S::0019786@cpn-laxou.com::442add8d-55e7-43fa-a8e5-a8994caecf16" providerId="AD" clId="Web-{DAFFAD1E-9917-4C8F-B9B6-6A22C2EB4B01}" dt="2026-02-17T13:04:34.690" v="109"/>
          <ac:graphicFrameMkLst>
            <pc:docMk/>
            <pc:sldMk cId="3779564589" sldId="277"/>
            <ac:graphicFrameMk id="7" creationId="{4F627856-6F22-F9CB-F4F2-097EF1489F00}"/>
          </ac:graphicFrameMkLst>
        </pc:graphicFrameChg>
      </pc:sldChg>
      <pc:sldChg chg="delSp modSp">
        <pc:chgData name="DREYER Mathieu" userId="S::0019786@cpn-laxou.com::442add8d-55e7-43fa-a8e5-a8994caecf16" providerId="AD" clId="Web-{DAFFAD1E-9917-4C8F-B9B6-6A22C2EB4B01}" dt="2026-02-17T13:04:50.643" v="119"/>
        <pc:sldMkLst>
          <pc:docMk/>
          <pc:sldMk cId="1989657988" sldId="278"/>
        </pc:sldMkLst>
        <pc:spChg chg="mod">
          <ac:chgData name="DREYER Mathieu" userId="S::0019786@cpn-laxou.com::442add8d-55e7-43fa-a8e5-a8994caecf16" providerId="AD" clId="Web-{DAFFAD1E-9917-4C8F-B9B6-6A22C2EB4B01}" dt="2026-02-17T13:04:49.050" v="115" actId="20577"/>
          <ac:spMkLst>
            <pc:docMk/>
            <pc:sldMk cId="1989657988" sldId="278"/>
            <ac:spMk id="2" creationId="{7894F75B-4F65-141E-391E-5999BE737E10}"/>
          </ac:spMkLst>
        </pc:spChg>
        <pc:spChg chg="mod">
          <ac:chgData name="DREYER Mathieu" userId="S::0019786@cpn-laxou.com::442add8d-55e7-43fa-a8e5-a8994caecf16" providerId="AD" clId="Web-{DAFFAD1E-9917-4C8F-B9B6-6A22C2EB4B01}" dt="2026-02-17T13:04:50.440" v="117" actId="20577"/>
          <ac:spMkLst>
            <pc:docMk/>
            <pc:sldMk cId="1989657988" sldId="278"/>
            <ac:spMk id="3" creationId="{729B31D5-26AC-7491-DA88-57C867A33EA0}"/>
          </ac:spMkLst>
        </pc:spChg>
        <pc:picChg chg="del mod">
          <ac:chgData name="DREYER Mathieu" userId="S::0019786@cpn-laxou.com::442add8d-55e7-43fa-a8e5-a8994caecf16" providerId="AD" clId="Web-{DAFFAD1E-9917-4C8F-B9B6-6A22C2EB4B01}" dt="2026-02-17T13:04:50.643" v="119"/>
          <ac:picMkLst>
            <pc:docMk/>
            <pc:sldMk cId="1989657988" sldId="278"/>
            <ac:picMk id="4" creationId="{7D5BC4D9-AD79-7E9C-E3FD-5624B10D8D72}"/>
          </ac:picMkLst>
        </pc:picChg>
      </pc:sldChg>
      <pc:sldChg chg="modSp">
        <pc:chgData name="DREYER Mathieu" userId="S::0019786@cpn-laxou.com::442add8d-55e7-43fa-a8e5-a8994caecf16" providerId="AD" clId="Web-{DAFFAD1E-9917-4C8F-B9B6-6A22C2EB4B01}" dt="2026-02-17T13:05:11.737" v="125" actId="20577"/>
        <pc:sldMkLst>
          <pc:docMk/>
          <pc:sldMk cId="1197062718" sldId="279"/>
        </pc:sldMkLst>
        <pc:spChg chg="mod">
          <ac:chgData name="DREYER Mathieu" userId="S::0019786@cpn-laxou.com::442add8d-55e7-43fa-a8e5-a8994caecf16" providerId="AD" clId="Web-{DAFFAD1E-9917-4C8F-B9B6-6A22C2EB4B01}" dt="2026-02-17T13:05:04.972" v="123" actId="20577"/>
          <ac:spMkLst>
            <pc:docMk/>
            <pc:sldMk cId="1197062718" sldId="279"/>
            <ac:spMk id="2" creationId="{A011D4A5-CD61-A1E5-C40C-E16DCD22EDEF}"/>
          </ac:spMkLst>
        </pc:spChg>
        <pc:spChg chg="mod">
          <ac:chgData name="DREYER Mathieu" userId="S::0019786@cpn-laxou.com::442add8d-55e7-43fa-a8e5-a8994caecf16" providerId="AD" clId="Web-{DAFFAD1E-9917-4C8F-B9B6-6A22C2EB4B01}" dt="2026-02-17T13:05:11.737" v="125" actId="20577"/>
          <ac:spMkLst>
            <pc:docMk/>
            <pc:sldMk cId="1197062718" sldId="279"/>
            <ac:spMk id="3" creationId="{4A70E152-3DE7-2C04-287F-D97E9E3D6559}"/>
          </ac:spMkLst>
        </pc:spChg>
      </pc:sldChg>
      <pc:sldChg chg="modSp">
        <pc:chgData name="DREYER Mathieu" userId="S::0019786@cpn-laxou.com::442add8d-55e7-43fa-a8e5-a8994caecf16" providerId="AD" clId="Web-{DAFFAD1E-9917-4C8F-B9B6-6A22C2EB4B01}" dt="2026-02-17T13:05:23.316" v="132" actId="20577"/>
        <pc:sldMkLst>
          <pc:docMk/>
          <pc:sldMk cId="1932659045" sldId="280"/>
        </pc:sldMkLst>
        <pc:spChg chg="mod">
          <ac:chgData name="DREYER Mathieu" userId="S::0019786@cpn-laxou.com::442add8d-55e7-43fa-a8e5-a8994caecf16" providerId="AD" clId="Web-{DAFFAD1E-9917-4C8F-B9B6-6A22C2EB4B01}" dt="2026-02-17T13:05:19.988" v="129" actId="20577"/>
          <ac:spMkLst>
            <pc:docMk/>
            <pc:sldMk cId="1932659045" sldId="280"/>
            <ac:spMk id="2" creationId="{3211C7EF-34AD-5BD7-4F68-665DA228E250}"/>
          </ac:spMkLst>
        </pc:spChg>
        <pc:spChg chg="mod">
          <ac:chgData name="DREYER Mathieu" userId="S::0019786@cpn-laxou.com::442add8d-55e7-43fa-a8e5-a8994caecf16" providerId="AD" clId="Web-{DAFFAD1E-9917-4C8F-B9B6-6A22C2EB4B01}" dt="2026-02-17T13:05:23.316" v="132" actId="20577"/>
          <ac:spMkLst>
            <pc:docMk/>
            <pc:sldMk cId="1932659045" sldId="280"/>
            <ac:spMk id="3" creationId="{F9D5B9ED-8A34-1FCE-8F98-3EBF30B555A5}"/>
          </ac:spMkLst>
        </pc:spChg>
      </pc:sldChg>
      <pc:sldChg chg="modSp add replId">
        <pc:chgData name="DREYER Mathieu" userId="S::0019786@cpn-laxou.com::442add8d-55e7-43fa-a8e5-a8994caecf16" providerId="AD" clId="Web-{DAFFAD1E-9917-4C8F-B9B6-6A22C2EB4B01}" dt="2026-02-17T13:05:47.894" v="139" actId="20577"/>
        <pc:sldMkLst>
          <pc:docMk/>
          <pc:sldMk cId="1382120576" sldId="281"/>
        </pc:sldMkLst>
        <pc:spChg chg="mod">
          <ac:chgData name="DREYER Mathieu" userId="S::0019786@cpn-laxou.com::442add8d-55e7-43fa-a8e5-a8994caecf16" providerId="AD" clId="Web-{DAFFAD1E-9917-4C8F-B9B6-6A22C2EB4B01}" dt="2026-02-17T13:05:40.019" v="135" actId="20577"/>
          <ac:spMkLst>
            <pc:docMk/>
            <pc:sldMk cId="1382120576" sldId="281"/>
            <ac:spMk id="2" creationId="{9DC9FCE1-EA39-50D3-E2A9-E833EA56F1DB}"/>
          </ac:spMkLst>
        </pc:spChg>
        <pc:spChg chg="mod">
          <ac:chgData name="DREYER Mathieu" userId="S::0019786@cpn-laxou.com::442add8d-55e7-43fa-a8e5-a8994caecf16" providerId="AD" clId="Web-{DAFFAD1E-9917-4C8F-B9B6-6A22C2EB4B01}" dt="2026-02-17T13:05:47.894" v="139" actId="20577"/>
          <ac:spMkLst>
            <pc:docMk/>
            <pc:sldMk cId="1382120576" sldId="281"/>
            <ac:spMk id="3" creationId="{B7315598-A693-520B-5043-9BF624EB297E}"/>
          </ac:spMkLst>
        </pc:spChg>
      </pc:sldChg>
      <pc:sldChg chg="modSp add replId">
        <pc:chgData name="DREYER Mathieu" userId="S::0019786@cpn-laxou.com::442add8d-55e7-43fa-a8e5-a8994caecf16" providerId="AD" clId="Web-{DAFFAD1E-9917-4C8F-B9B6-6A22C2EB4B01}" dt="2026-02-17T13:06:11.598" v="149" actId="20577"/>
        <pc:sldMkLst>
          <pc:docMk/>
          <pc:sldMk cId="2259347821" sldId="282"/>
        </pc:sldMkLst>
        <pc:spChg chg="mod">
          <ac:chgData name="DREYER Mathieu" userId="S::0019786@cpn-laxou.com::442add8d-55e7-43fa-a8e5-a8994caecf16" providerId="AD" clId="Web-{DAFFAD1E-9917-4C8F-B9B6-6A22C2EB4B01}" dt="2026-02-17T13:06:09.082" v="147" actId="20577"/>
          <ac:spMkLst>
            <pc:docMk/>
            <pc:sldMk cId="2259347821" sldId="282"/>
            <ac:spMk id="2" creationId="{13A90A48-8E25-6525-6B57-827DF1857E6B}"/>
          </ac:spMkLst>
        </pc:spChg>
        <pc:spChg chg="mod">
          <ac:chgData name="DREYER Mathieu" userId="S::0019786@cpn-laxou.com::442add8d-55e7-43fa-a8e5-a8994caecf16" providerId="AD" clId="Web-{DAFFAD1E-9917-4C8F-B9B6-6A22C2EB4B01}" dt="2026-02-17T13:06:11.598" v="149" actId="20577"/>
          <ac:spMkLst>
            <pc:docMk/>
            <pc:sldMk cId="2259347821" sldId="282"/>
            <ac:spMk id="3" creationId="{18E0A2D5-4E02-8E35-9D2A-4DBA65475056}"/>
          </ac:spMkLst>
        </pc:spChg>
      </pc:sldChg>
      <pc:sldChg chg="add del replId">
        <pc:chgData name="DREYER Mathieu" userId="S::0019786@cpn-laxou.com::442add8d-55e7-43fa-a8e5-a8994caecf16" providerId="AD" clId="Web-{DAFFAD1E-9917-4C8F-B9B6-6A22C2EB4B01}" dt="2026-02-17T13:05:57.035" v="141"/>
        <pc:sldMkLst>
          <pc:docMk/>
          <pc:sldMk cId="2450550085" sldId="282"/>
        </pc:sldMkLst>
      </pc:sldChg>
      <pc:sldChg chg="modSp add replId">
        <pc:chgData name="DREYER Mathieu" userId="S::0019786@cpn-laxou.com::442add8d-55e7-43fa-a8e5-a8994caecf16" providerId="AD" clId="Web-{DAFFAD1E-9917-4C8F-B9B6-6A22C2EB4B01}" dt="2026-02-17T13:06:27.441" v="155" actId="20577"/>
        <pc:sldMkLst>
          <pc:docMk/>
          <pc:sldMk cId="2002434125" sldId="283"/>
        </pc:sldMkLst>
        <pc:spChg chg="mod">
          <ac:chgData name="DREYER Mathieu" userId="S::0019786@cpn-laxou.com::442add8d-55e7-43fa-a8e5-a8994caecf16" providerId="AD" clId="Web-{DAFFAD1E-9917-4C8F-B9B6-6A22C2EB4B01}" dt="2026-02-17T13:06:19.410" v="153" actId="20577"/>
          <ac:spMkLst>
            <pc:docMk/>
            <pc:sldMk cId="2002434125" sldId="283"/>
            <ac:spMk id="2" creationId="{CE44AC6C-DFBB-DFE5-12E7-F2B5C45F3A85}"/>
          </ac:spMkLst>
        </pc:spChg>
        <pc:spChg chg="mod">
          <ac:chgData name="DREYER Mathieu" userId="S::0019786@cpn-laxou.com::442add8d-55e7-43fa-a8e5-a8994caecf16" providerId="AD" clId="Web-{DAFFAD1E-9917-4C8F-B9B6-6A22C2EB4B01}" dt="2026-02-17T13:06:27.441" v="155" actId="20577"/>
          <ac:spMkLst>
            <pc:docMk/>
            <pc:sldMk cId="2002434125" sldId="283"/>
            <ac:spMk id="3" creationId="{94F7432B-EBAE-1CA6-5463-5F8C11EC4E80}"/>
          </ac:spMkLst>
        </pc:spChg>
      </pc:sldChg>
      <pc:sldChg chg="modSp add replId addAnim">
        <pc:chgData name="DREYER Mathieu" userId="S::0019786@cpn-laxou.com::442add8d-55e7-43fa-a8e5-a8994caecf16" providerId="AD" clId="Web-{DAFFAD1E-9917-4C8F-B9B6-6A22C2EB4B01}" dt="2026-02-17T13:07:07.129" v="169"/>
        <pc:sldMkLst>
          <pc:docMk/>
          <pc:sldMk cId="3040406498" sldId="284"/>
        </pc:sldMkLst>
        <pc:spChg chg="mod">
          <ac:chgData name="DREYER Mathieu" userId="S::0019786@cpn-laxou.com::442add8d-55e7-43fa-a8e5-a8994caecf16" providerId="AD" clId="Web-{DAFFAD1E-9917-4C8F-B9B6-6A22C2EB4B01}" dt="2026-02-17T13:06:33.629" v="159" actId="20577"/>
          <ac:spMkLst>
            <pc:docMk/>
            <pc:sldMk cId="3040406498" sldId="284"/>
            <ac:spMk id="2" creationId="{0F499E63-6F5B-31AA-A995-3626F0696CD0}"/>
          </ac:spMkLst>
        </pc:spChg>
        <pc:spChg chg="mod">
          <ac:chgData name="DREYER Mathieu" userId="S::0019786@cpn-laxou.com::442add8d-55e7-43fa-a8e5-a8994caecf16" providerId="AD" clId="Web-{DAFFAD1E-9917-4C8F-B9B6-6A22C2EB4B01}" dt="2026-02-17T13:07:02.879" v="168" actId="20577"/>
          <ac:spMkLst>
            <pc:docMk/>
            <pc:sldMk cId="3040406498" sldId="284"/>
            <ac:spMk id="3" creationId="{0AC51B04-9D0A-0CAA-AA07-E2D92BEE663C}"/>
          </ac:spMkLst>
        </pc:spChg>
      </pc:sldChg>
      <pc:sldChg chg="modSp add replId">
        <pc:chgData name="DREYER Mathieu" userId="S::0019786@cpn-laxou.com::442add8d-55e7-43fa-a8e5-a8994caecf16" providerId="AD" clId="Web-{DAFFAD1E-9917-4C8F-B9B6-6A22C2EB4B01}" dt="2026-02-17T13:07:34.505" v="177" actId="20577"/>
        <pc:sldMkLst>
          <pc:docMk/>
          <pc:sldMk cId="1782014446" sldId="285"/>
        </pc:sldMkLst>
        <pc:spChg chg="mod">
          <ac:chgData name="DREYER Mathieu" userId="S::0019786@cpn-laxou.com::442add8d-55e7-43fa-a8e5-a8994caecf16" providerId="AD" clId="Web-{DAFFAD1E-9917-4C8F-B9B6-6A22C2EB4B01}" dt="2026-02-17T13:07:25.895" v="173" actId="20577"/>
          <ac:spMkLst>
            <pc:docMk/>
            <pc:sldMk cId="1782014446" sldId="285"/>
            <ac:spMk id="2" creationId="{1F59FA9D-0514-28AB-066B-551675816026}"/>
          </ac:spMkLst>
        </pc:spChg>
        <pc:spChg chg="mod">
          <ac:chgData name="DREYER Mathieu" userId="S::0019786@cpn-laxou.com::442add8d-55e7-43fa-a8e5-a8994caecf16" providerId="AD" clId="Web-{DAFFAD1E-9917-4C8F-B9B6-6A22C2EB4B01}" dt="2026-02-17T13:07:34.505" v="177" actId="20577"/>
          <ac:spMkLst>
            <pc:docMk/>
            <pc:sldMk cId="1782014446" sldId="285"/>
            <ac:spMk id="3" creationId="{71D44386-C28B-12A6-133B-18B81C3214CA}"/>
          </ac:spMkLst>
        </pc:spChg>
      </pc:sldChg>
    </pc:docChg>
  </pc:docChgLst>
  <pc:docChgLst>
    <pc:chgData name="DREYER Mathieu" userId="S::0019786@cpn-laxou.com::442add8d-55e7-43fa-a8e5-a8994caecf16" providerId="AD" clId="Web-{3A8E8451-3349-4FD3-AF17-7F9F809C9895}"/>
    <pc:docChg chg="delSld modSld">
      <pc:chgData name="DREYER Mathieu" userId="S::0019786@cpn-laxou.com::442add8d-55e7-43fa-a8e5-a8994caecf16" providerId="AD" clId="Web-{3A8E8451-3349-4FD3-AF17-7F9F809C9895}" dt="2026-02-10T12:57:04.590" v="98" actId="20577"/>
      <pc:docMkLst>
        <pc:docMk/>
      </pc:docMkLst>
      <pc:sldChg chg="modSp">
        <pc:chgData name="DREYER Mathieu" userId="S::0019786@cpn-laxou.com::442add8d-55e7-43fa-a8e5-a8994caecf16" providerId="AD" clId="Web-{3A8E8451-3349-4FD3-AF17-7F9F809C9895}" dt="2026-02-10T12:51:15.893" v="6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3A8E8451-3349-4FD3-AF17-7F9F809C9895}" dt="2026-02-10T12:51:11.596" v="4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3A8E8451-3349-4FD3-AF17-7F9F809C9895}" dt="2026-02-10T12:51:15.893" v="6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3A8E8451-3349-4FD3-AF17-7F9F809C9895}" dt="2026-02-10T12:51:33.222" v="14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3A8E8451-3349-4FD3-AF17-7F9F809C9895}" dt="2026-02-10T12:51:29.815" v="10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3A8E8451-3349-4FD3-AF17-7F9F809C9895}" dt="2026-02-10T12:51:33.222" v="14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addSp modSp">
        <pc:chgData name="DREYER Mathieu" userId="S::0019786@cpn-laxou.com::442add8d-55e7-43fa-a8e5-a8994caecf16" providerId="AD" clId="Web-{3A8E8451-3349-4FD3-AF17-7F9F809C9895}" dt="2026-02-10T12:52:48.395" v="34" actId="1076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3A8E8451-3349-4FD3-AF17-7F9F809C9895}" dt="2026-02-10T12:51:43.034" v="17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3A8E8451-3349-4FD3-AF17-7F9F809C9895}" dt="2026-02-10T12:52:38.801" v="28" actId="1076"/>
          <ac:spMkLst>
            <pc:docMk/>
            <pc:sldMk cId="1639799154" sldId="258"/>
            <ac:spMk id="3" creationId="{95B371F2-DBA5-415A-82C8-651F587B857A}"/>
          </ac:spMkLst>
        </pc:spChg>
        <pc:spChg chg="mod">
          <ac:chgData name="DREYER Mathieu" userId="S::0019786@cpn-laxou.com::442add8d-55e7-43fa-a8e5-a8994caecf16" providerId="AD" clId="Web-{3A8E8451-3349-4FD3-AF17-7F9F809C9895}" dt="2026-02-10T12:52:44.630" v="31" actId="20577"/>
          <ac:spMkLst>
            <pc:docMk/>
            <pc:sldMk cId="1639799154" sldId="258"/>
            <ac:spMk id="5" creationId="{D593FA18-50D6-0344-B477-1D7C91CF4029}"/>
          </ac:spMkLst>
        </pc:spChg>
      </pc:sldChg>
      <pc:sldChg chg="delSp modSp">
        <pc:chgData name="DREYER Mathieu" userId="S::0019786@cpn-laxou.com::442add8d-55e7-43fa-a8e5-a8994caecf16" providerId="AD" clId="Web-{3A8E8451-3349-4FD3-AF17-7F9F809C9895}" dt="2026-02-10T12:54:19.593" v="71" actId="20577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3A8E8451-3349-4FD3-AF17-7F9F809C9895}" dt="2026-02-10T12:54:08.319" v="66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3A8E8451-3349-4FD3-AF17-7F9F809C9895}" dt="2026-02-10T12:54:19.593" v="71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addSp delSp modSp">
        <pc:chgData name="DREYER Mathieu" userId="S::0019786@cpn-laxou.com::442add8d-55e7-43fa-a8e5-a8994caecf16" providerId="AD" clId="Web-{3A8E8451-3349-4FD3-AF17-7F9F809C9895}" dt="2026-02-10T12:54:55.773" v="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3A8E8451-3349-4FD3-AF17-7F9F809C9895}" dt="2026-02-10T12:54:54.758" v="75" actId="20577"/>
          <ac:spMkLst>
            <pc:docMk/>
            <pc:sldMk cId="977297865" sldId="276"/>
            <ac:spMk id="2" creationId="{973C3A1F-4D3C-0718-9DA6-8DA670F13944}"/>
          </ac:spMkLst>
        </pc:spChg>
        <pc:graphicFrameChg chg="add mod ord modGraphic">
          <ac:chgData name="DREYER Mathieu" userId="S::0019786@cpn-laxou.com::442add8d-55e7-43fa-a8e5-a8994caecf16" providerId="AD" clId="Web-{3A8E8451-3349-4FD3-AF17-7F9F809C9895}" dt="2026-02-10T12:54:55.773" v="77"/>
          <ac:graphicFrameMkLst>
            <pc:docMk/>
            <pc:sldMk cId="977297865" sldId="276"/>
            <ac:graphicFrameMk id="7" creationId="{C6148EE4-12F4-A771-426D-94B9595795A5}"/>
          </ac:graphicFrameMkLst>
        </pc:graphicFrameChg>
      </pc:sldChg>
      <pc:sldChg chg="addSp delSp modSp">
        <pc:chgData name="DREYER Mathieu" userId="S::0019786@cpn-laxou.com::442add8d-55e7-43fa-a8e5-a8994caecf16" providerId="AD" clId="Web-{3A8E8451-3349-4FD3-AF17-7F9F809C9895}" dt="2026-02-10T12:56:00.322" v="84"/>
        <pc:sldMkLst>
          <pc:docMk/>
          <pc:sldMk cId="3779564589" sldId="277"/>
        </pc:sldMkLst>
        <pc:spChg chg="mod">
          <ac:chgData name="DREYER Mathieu" userId="S::0019786@cpn-laxou.com::442add8d-55e7-43fa-a8e5-a8994caecf16" providerId="AD" clId="Web-{3A8E8451-3349-4FD3-AF17-7F9F809C9895}" dt="2026-02-10T12:55:59.056" v="82" actId="20577"/>
          <ac:spMkLst>
            <pc:docMk/>
            <pc:sldMk cId="3779564589" sldId="277"/>
            <ac:spMk id="2" creationId="{DC9B5050-60F2-C8D9-B1F9-EF7EFFFDB5DB}"/>
          </ac:spMkLst>
        </pc:spChg>
      </pc:sldChg>
      <pc:sldChg chg="addSp modSp">
        <pc:chgData name="DREYER Mathieu" userId="S::0019786@cpn-laxou.com::442add8d-55e7-43fa-a8e5-a8994caecf16" providerId="AD" clId="Web-{3A8E8451-3349-4FD3-AF17-7F9F809C9895}" dt="2026-02-10T12:56:33.278" v="95" actId="1076"/>
        <pc:sldMkLst>
          <pc:docMk/>
          <pc:sldMk cId="1989657988" sldId="278"/>
        </pc:sldMkLst>
        <pc:spChg chg="mod">
          <ac:chgData name="DREYER Mathieu" userId="S::0019786@cpn-laxou.com::442add8d-55e7-43fa-a8e5-a8994caecf16" providerId="AD" clId="Web-{3A8E8451-3349-4FD3-AF17-7F9F809C9895}" dt="2026-02-10T12:56:12.964" v="88" actId="20577"/>
          <ac:spMkLst>
            <pc:docMk/>
            <pc:sldMk cId="1989657988" sldId="278"/>
            <ac:spMk id="2" creationId="{7894F75B-4F65-141E-391E-5999BE737E10}"/>
          </ac:spMkLst>
        </pc:spChg>
        <pc:spChg chg="mod">
          <ac:chgData name="DREYER Mathieu" userId="S::0019786@cpn-laxou.com::442add8d-55e7-43fa-a8e5-a8994caecf16" providerId="AD" clId="Web-{3A8E8451-3349-4FD3-AF17-7F9F809C9895}" dt="2026-02-10T12:56:23.527" v="92" actId="20577"/>
          <ac:spMkLst>
            <pc:docMk/>
            <pc:sldMk cId="1989657988" sldId="278"/>
            <ac:spMk id="3" creationId="{729B31D5-26AC-7491-DA88-57C867A33EA0}"/>
          </ac:spMkLst>
        </pc:spChg>
      </pc:sldChg>
      <pc:sldChg chg="modSp">
        <pc:chgData name="DREYER Mathieu" userId="S::0019786@cpn-laxou.com::442add8d-55e7-43fa-a8e5-a8994caecf16" providerId="AD" clId="Web-{3A8E8451-3349-4FD3-AF17-7F9F809C9895}" dt="2026-02-10T12:57:04.590" v="98" actId="20577"/>
        <pc:sldMkLst>
          <pc:docMk/>
          <pc:sldMk cId="1932659045" sldId="280"/>
        </pc:sldMkLst>
        <pc:spChg chg="mod">
          <ac:chgData name="DREYER Mathieu" userId="S::0019786@cpn-laxou.com::442add8d-55e7-43fa-a8e5-a8994caecf16" providerId="AD" clId="Web-{3A8E8451-3349-4FD3-AF17-7F9F809C9895}" dt="2026-02-10T12:57:04.590" v="98" actId="20577"/>
          <ac:spMkLst>
            <pc:docMk/>
            <pc:sldMk cId="1932659045" sldId="280"/>
            <ac:spMk id="2" creationId="{3211C7EF-34AD-5BD7-4F68-665DA228E250}"/>
          </ac:spMkLst>
        </pc:spChg>
        <pc:spChg chg="mod">
          <ac:chgData name="DREYER Mathieu" userId="S::0019786@cpn-laxou.com::442add8d-55e7-43fa-a8e5-a8994caecf16" providerId="AD" clId="Web-{3A8E8451-3349-4FD3-AF17-7F9F809C9895}" dt="2026-02-10T12:57:01.793" v="97" actId="20577"/>
          <ac:spMkLst>
            <pc:docMk/>
            <pc:sldMk cId="1932659045" sldId="280"/>
            <ac:spMk id="3" creationId="{F9D5B9ED-8A34-1FCE-8F98-3EBF30B555A5}"/>
          </ac:spMkLst>
        </pc:spChg>
      </pc:sldChg>
    </pc:docChg>
  </pc:docChgLst>
  <pc:docChgLst>
    <pc:chgData name="DREYER Mathieu" userId="S::0019786@cpn-laxou.com::442add8d-55e7-43fa-a8e5-a8994caecf16" providerId="AD" clId="Web-{93C54044-9F35-4519-BD89-AC0EC5F9943D}"/>
    <pc:docChg chg="addSld delSld modSld">
      <pc:chgData name="DREYER Mathieu" userId="S::0019786@cpn-laxou.com::442add8d-55e7-43fa-a8e5-a8994caecf16" providerId="AD" clId="Web-{93C54044-9F35-4519-BD89-AC0EC5F9943D}" dt="2026-01-27T09:39:50.618" v="240" actId="1076"/>
      <pc:docMkLst>
        <pc:docMk/>
      </pc:docMkLst>
      <pc:sldChg chg="modSp">
        <pc:chgData name="DREYER Mathieu" userId="S::0019786@cpn-laxou.com::442add8d-55e7-43fa-a8e5-a8994caecf16" providerId="AD" clId="Web-{93C54044-9F35-4519-BD89-AC0EC5F9943D}" dt="2026-01-27T09:30:53.013" v="5" actId="20577"/>
        <pc:sldMkLst>
          <pc:docMk/>
          <pc:sldMk cId="2259308896" sldId="256"/>
        </pc:sldMkLst>
        <pc:spChg chg="mod">
          <ac:chgData name="DREYER Mathieu" userId="S::0019786@cpn-laxou.com::442add8d-55e7-43fa-a8e5-a8994caecf16" providerId="AD" clId="Web-{93C54044-9F35-4519-BD89-AC0EC5F9943D}" dt="2026-01-27T09:30:32.996" v="0" actId="20577"/>
          <ac:spMkLst>
            <pc:docMk/>
            <pc:sldMk cId="2259308896" sldId="256"/>
            <ac:spMk id="2" creationId="{51DF3D98-3C30-4CFC-8643-C81E829C8C25}"/>
          </ac:spMkLst>
        </pc:spChg>
        <pc:spChg chg="mod">
          <ac:chgData name="DREYER Mathieu" userId="S::0019786@cpn-laxou.com::442add8d-55e7-43fa-a8e5-a8994caecf16" providerId="AD" clId="Web-{93C54044-9F35-4519-BD89-AC0EC5F9943D}" dt="2026-01-27T09:30:53.013" v="5" actId="20577"/>
          <ac:spMkLst>
            <pc:docMk/>
            <pc:sldMk cId="2259308896" sldId="256"/>
            <ac:spMk id="3" creationId="{A068D447-28D3-4F5F-B2DC-FD67E9015868}"/>
          </ac:spMkLst>
        </pc:spChg>
      </pc:sldChg>
      <pc:sldChg chg="modSp">
        <pc:chgData name="DREYER Mathieu" userId="S::0019786@cpn-laxou.com::442add8d-55e7-43fa-a8e5-a8994caecf16" providerId="AD" clId="Web-{93C54044-9F35-4519-BD89-AC0EC5F9943D}" dt="2026-01-27T09:32:52.876" v="97" actId="20577"/>
        <pc:sldMkLst>
          <pc:docMk/>
          <pc:sldMk cId="1325608595" sldId="257"/>
        </pc:sldMkLst>
        <pc:spChg chg="mod">
          <ac:chgData name="DREYER Mathieu" userId="S::0019786@cpn-laxou.com::442add8d-55e7-43fa-a8e5-a8994caecf16" providerId="AD" clId="Web-{93C54044-9F35-4519-BD89-AC0EC5F9943D}" dt="2026-01-27T09:31:06.185" v="12" actId="20577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DREYER Mathieu" userId="S::0019786@cpn-laxou.com::442add8d-55e7-43fa-a8e5-a8994caecf16" providerId="AD" clId="Web-{93C54044-9F35-4519-BD89-AC0EC5F9943D}" dt="2026-01-27T09:32:52.876" v="97" actId="20577"/>
          <ac:spMkLst>
            <pc:docMk/>
            <pc:sldMk cId="1325608595" sldId="257"/>
            <ac:spMk id="3" creationId="{22788C46-D0BC-4307-AE55-7601A139E7CB}"/>
          </ac:spMkLst>
        </pc:spChg>
      </pc:sldChg>
      <pc:sldChg chg="modSp">
        <pc:chgData name="DREYER Mathieu" userId="S::0019786@cpn-laxou.com::442add8d-55e7-43fa-a8e5-a8994caecf16" providerId="AD" clId="Web-{93C54044-9F35-4519-BD89-AC0EC5F9943D}" dt="2026-01-27T09:33:08.908" v="104" actId="20577"/>
        <pc:sldMkLst>
          <pc:docMk/>
          <pc:sldMk cId="1639799154" sldId="258"/>
        </pc:sldMkLst>
        <pc:spChg chg="mod">
          <ac:chgData name="DREYER Mathieu" userId="S::0019786@cpn-laxou.com::442add8d-55e7-43fa-a8e5-a8994caecf16" providerId="AD" clId="Web-{93C54044-9F35-4519-BD89-AC0EC5F9943D}" dt="2026-01-27T09:33:00.126" v="99" actId="20577"/>
          <ac:spMkLst>
            <pc:docMk/>
            <pc:sldMk cId="1639799154" sldId="258"/>
            <ac:spMk id="2" creationId="{8C543F67-9C70-4748-8C0C-3A7863422F99}"/>
          </ac:spMkLst>
        </pc:spChg>
        <pc:spChg chg="mod">
          <ac:chgData name="DREYER Mathieu" userId="S::0019786@cpn-laxou.com::442add8d-55e7-43fa-a8e5-a8994caecf16" providerId="AD" clId="Web-{93C54044-9F35-4519-BD89-AC0EC5F9943D}" dt="2026-01-27T09:33:08.908" v="104" actId="20577"/>
          <ac:spMkLst>
            <pc:docMk/>
            <pc:sldMk cId="1639799154" sldId="258"/>
            <ac:spMk id="3" creationId="{95B371F2-DBA5-415A-82C8-651F587B857A}"/>
          </ac:spMkLst>
        </pc:spChg>
      </pc:sldChg>
      <pc:sldChg chg="addSp delSp modSp">
        <pc:chgData name="DREYER Mathieu" userId="S::0019786@cpn-laxou.com::442add8d-55e7-43fa-a8e5-a8994caecf16" providerId="AD" clId="Web-{93C54044-9F35-4519-BD89-AC0EC5F9943D}" dt="2026-01-27T09:36:06.896" v="191" actId="1076"/>
        <pc:sldMkLst>
          <pc:docMk/>
          <pc:sldMk cId="2563119616" sldId="265"/>
        </pc:sldMkLst>
        <pc:spChg chg="mod">
          <ac:chgData name="DREYER Mathieu" userId="S::0019786@cpn-laxou.com::442add8d-55e7-43fa-a8e5-a8994caecf16" providerId="AD" clId="Web-{93C54044-9F35-4519-BD89-AC0EC5F9943D}" dt="2026-01-27T09:34:08.534" v="128" actId="20577"/>
          <ac:spMkLst>
            <pc:docMk/>
            <pc:sldMk cId="2563119616" sldId="265"/>
            <ac:spMk id="2" creationId="{19256B7E-1633-44AB-8584-82DF5B726834}"/>
          </ac:spMkLst>
        </pc:spChg>
        <pc:spChg chg="mod">
          <ac:chgData name="DREYER Mathieu" userId="S::0019786@cpn-laxou.com::442add8d-55e7-43fa-a8e5-a8994caecf16" providerId="AD" clId="Web-{93C54044-9F35-4519-BD89-AC0EC5F9943D}" dt="2026-01-27T09:36:02.365" v="190" actId="20577"/>
          <ac:spMkLst>
            <pc:docMk/>
            <pc:sldMk cId="2563119616" sldId="265"/>
            <ac:spMk id="3" creationId="{EFB90AB4-D228-4548-B072-726498212362}"/>
          </ac:spMkLst>
        </pc:spChg>
      </pc:sldChg>
      <pc:sldChg chg="modSp add replId">
        <pc:chgData name="DREYER Mathieu" userId="S::0019786@cpn-laxou.com::442add8d-55e7-43fa-a8e5-a8994caecf16" providerId="AD" clId="Web-{93C54044-9F35-4519-BD89-AC0EC5F9943D}" dt="2026-01-27T09:36:31.131" v="205" actId="20577"/>
        <pc:sldMkLst>
          <pc:docMk/>
          <pc:sldMk cId="977297865" sldId="276"/>
        </pc:sldMkLst>
        <pc:spChg chg="mod">
          <ac:chgData name="DREYER Mathieu" userId="S::0019786@cpn-laxou.com::442add8d-55e7-43fa-a8e5-a8994caecf16" providerId="AD" clId="Web-{93C54044-9F35-4519-BD89-AC0EC5F9943D}" dt="2026-01-27T09:36:29.959" v="204" actId="20577"/>
          <ac:spMkLst>
            <pc:docMk/>
            <pc:sldMk cId="977297865" sldId="276"/>
            <ac:spMk id="2" creationId="{973C3A1F-4D3C-0718-9DA6-8DA670F1394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82CC1C-2EFA-41CD-8EE1-D64C4317C9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F3A9A9-5F67-4774-9AE0-18456713EA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A956093-EDCF-4DD8-9AE7-E9C61FFE6CA3}" type="datetime1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2A631-0269-4E45-A3DF-4FA7D06E90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9B2A7-A232-444D-B3CD-C3D1E5A8E2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0F9F022-6C35-409F-B2A6-FFC7C9918F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04997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08B472-568D-400E-87C6-085D0E89D1DB}" type="datetime1">
              <a:rPr lang="en-GB" noProof="0" smtClean="0"/>
              <a:pPr/>
              <a:t>17/02/2026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7DC217-DF71-1A49-B3EA-559F1F43B0F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650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17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8770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61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FA555-632D-43B9-25CA-0CC42FC74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DDCB1-7DC0-27FA-9DD4-1B2FC192B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B3B24-1C7A-6DE2-12B9-23E3B43EB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2FEB7-9A49-D522-297A-9E714BD50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749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A593-6F31-302E-3157-E370A2B63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B9642-6288-5AAE-08F2-91B0E52E35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786B3E-1C07-AFC7-7F2F-755CF5677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F8234-8502-0B6A-1E61-89C994A88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856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31154-361C-1BC7-4767-D3E736CA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DB4466-EAF9-5614-B922-9FB46040E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D459D-CBF8-20E7-B70B-CE71F432E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0D2AF-AD9B-649E-C9C7-B4EBEB773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1064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79565-63DD-B1A5-9295-0FFD8E19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D56466-8C70-4426-E599-E654249A7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55CF2-3184-3026-514B-4150D74D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2528F-7FB5-C780-847C-9268572E4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173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0003-1817-6116-A0BE-6B62E02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F548C-E11E-D81F-77F6-843275C3C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834AA-930A-3C96-12AE-5692E36CA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6D3BD-20B7-34F7-E2A5-1F9224C470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555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30F4-3AFB-E213-2169-2B649AD0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934A43-B2E1-86EA-A3E8-36149B9F9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0EBD94-D8AE-50E5-1AEE-F8984B883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ACCE6-9ACC-4D43-078F-C8A74BDDA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1430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C3605-B5B8-96C6-21D6-713D0E430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3A128-0D94-A369-D662-A54700A6B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116EA-AC0C-024B-4DAB-DF0F8C1301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18428-2BA8-1BE0-BCC7-93F49DEB68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F97DC217-DF71-1A49-B3EA-559F1F43B0F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401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1DF95-A848-6219-CE3D-7D4E44546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7C779B-0A14-115F-DF33-CB637A6F9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CFF75-E20C-2C9A-A257-6FAE80BE9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19296-4DFD-1C27-2603-9003468EF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743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83495-AFEF-555E-65A0-AD096FCC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59FD0-0A16-4059-14F8-1C2B5850B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A12D9-F017-14C7-B1A7-26C1E11C3D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564AB-1FF6-87F3-D31E-E6F20952B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568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788FC-60AB-CC29-6539-A08746078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834D6-D91C-C56D-F4B7-83EC5FA8B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B5D916-3275-DA51-FF3C-2AD4A6CFD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FB721-5571-3498-8177-3001916AC9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F97DC217-DF71-1A49-B3EA-559F1F43B0F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477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465C8-266D-104C-9C49-323DF4A8277E}"/>
              </a:ext>
            </a:extLst>
          </p:cNvPr>
          <p:cNvSpPr/>
          <p:nvPr userDrawn="1"/>
        </p:nvSpPr>
        <p:spPr>
          <a:xfrm>
            <a:off x="583746" y="4960030"/>
            <a:ext cx="1551214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7979A1C-BF60-B345-A664-2E4F7A3461EB}"/>
              </a:ext>
            </a:extLst>
          </p:cNvPr>
          <p:cNvSpPr/>
          <p:nvPr userDrawn="1"/>
        </p:nvSpPr>
        <p:spPr>
          <a:xfrm>
            <a:off x="1" y="4571999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8080B3E-915C-2D4C-8608-596E1BFD6387}"/>
              </a:ext>
            </a:extLst>
          </p:cNvPr>
          <p:cNvSpPr/>
          <p:nvPr userDrawn="1"/>
        </p:nvSpPr>
        <p:spPr>
          <a:xfrm>
            <a:off x="1" y="5739492"/>
            <a:ext cx="1118508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-3419"/>
            <a:ext cx="3927573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9E240E8A-950E-7946-826C-415CB5DACA43}"/>
              </a:ext>
            </a:extLst>
          </p:cNvPr>
          <p:cNvSpPr/>
          <p:nvPr userDrawn="1"/>
        </p:nvSpPr>
        <p:spPr>
          <a:xfrm>
            <a:off x="11024507" y="4580708"/>
            <a:ext cx="1167493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EA09586C-5A81-443E-A8F0-7DBA8A56A402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62587F-7496-384A-AF40-18FC8CF0709D}"/>
              </a:ext>
            </a:extLst>
          </p:cNvPr>
          <p:cNvSpPr/>
          <p:nvPr userDrawn="1"/>
        </p:nvSpPr>
        <p:spPr>
          <a:xfrm>
            <a:off x="0" y="2286002"/>
            <a:ext cx="1220882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4DB028B-A475-224B-B675-A15A56CAD0BF}"/>
              </a:ext>
            </a:extLst>
          </p:cNvPr>
          <p:cNvSpPr/>
          <p:nvPr userDrawn="1"/>
        </p:nvSpPr>
        <p:spPr>
          <a:xfrm flipH="1">
            <a:off x="8597718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61C34955-105B-4D4D-B51D-754C5D38A85D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34DEB1-EC02-2E42-9292-4ADD115060A5}"/>
              </a:ext>
            </a:extLst>
          </p:cNvPr>
          <p:cNvSpPr/>
          <p:nvPr userDrawn="1"/>
        </p:nvSpPr>
        <p:spPr>
          <a:xfrm rot="5400000" flipH="1" flipV="1">
            <a:off x="10344100" y="438098"/>
            <a:ext cx="2285999" cy="140980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</p:spPr>
        <p:txBody>
          <a:bodyPr rtlCol="0"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640C98F9-CB0E-4FA9-9591-FB0CE9CF7143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067EACEC-C2DD-EA42-8504-176673AD1F20}"/>
              </a:ext>
            </a:extLst>
          </p:cNvPr>
          <p:cNvSpPr/>
          <p:nvPr userDrawn="1"/>
        </p:nvSpPr>
        <p:spPr>
          <a:xfrm>
            <a:off x="0" y="0"/>
            <a:ext cx="8025490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059400"/>
            <a:ext cx="6245912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4" y="3539075"/>
            <a:ext cx="6245912" cy="1406101"/>
          </a:xfrm>
        </p:spPr>
        <p:txBody>
          <a:bodyPr rtlCol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843C7E-5704-7A46-8974-F3BFA42E7310}"/>
              </a:ext>
            </a:extLst>
          </p:cNvPr>
          <p:cNvGrpSpPr/>
          <p:nvPr userDrawn="1"/>
        </p:nvGrpSpPr>
        <p:grpSpPr>
          <a:xfrm rot="16200000">
            <a:off x="8286528" y="2207195"/>
            <a:ext cx="3032351" cy="2443610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B179973-08D2-EF40-B516-35E75E906394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C811FF3-E48A-194D-8022-65F8C3A17449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DEF7267A-46F7-4D2F-B4E6-AE992D5484B8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3"/>
            <a:ext cx="9779182" cy="3366813"/>
          </a:xfrm>
        </p:spPr>
        <p:txBody>
          <a:bodyPr rtlCol="0"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016F812-AB39-4F48-B1E8-95605A3EF510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721" y="1684338"/>
            <a:ext cx="8594558" cy="2810460"/>
          </a:xfrm>
        </p:spPr>
        <p:txBody>
          <a:bodyPr rtlCol="0"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519405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81813" y="4494213"/>
            <a:ext cx="3511550" cy="679450"/>
          </a:xfrm>
        </p:spPr>
        <p:txBody>
          <a:bodyPr rtlCol="0"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609104" y="3399692"/>
            <a:ext cx="1364297" cy="1094521"/>
          </a:xfrm>
        </p:spPr>
        <p:txBody>
          <a:bodyPr rtlCol="0"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 rtl="0"/>
            <a:r>
              <a:rPr lang="en-GB" noProof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82570B71-EA3C-4900-991E-6BBB6BBDE064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8C225EC-F6EF-1144-834A-F0B91974AA41}"/>
              </a:ext>
            </a:extLst>
          </p:cNvPr>
          <p:cNvSpPr/>
          <p:nvPr userDrawn="1"/>
        </p:nvSpPr>
        <p:spPr>
          <a:xfrm>
            <a:off x="0" y="-1664"/>
            <a:ext cx="9857012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8401624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0" name="Text Placeholder 28">
            <a:extLst>
              <a:ext uri="{FF2B5EF4-FFF2-40B4-BE49-F238E27FC236}">
                <a16:creationId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23351" y="2426400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23350" y="2811646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495813" y="2227758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2" name="Text Placeholder 28">
            <a:extLst>
              <a:ext uri="{FF2B5EF4-FFF2-40B4-BE49-F238E27FC236}">
                <a16:creationId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870817" y="242256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70816" y="280781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429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4" name="Text Placeholder 28">
            <a:extLst>
              <a:ext uri="{FF2B5EF4-FFF2-40B4-BE49-F238E27FC236}">
                <a16:creationId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3351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23350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495813" y="4254273"/>
            <a:ext cx="1200374" cy="1201242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16" name="Text Placeholder 28">
            <a:extLst>
              <a:ext uri="{FF2B5EF4-FFF2-40B4-BE49-F238E27FC236}">
                <a16:creationId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870817" y="4498793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70816" y="4884039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1569803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DADE8980-1565-4B47-9723-42A8A150F178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71106" y="6356350"/>
            <a:ext cx="4114800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32334" y="6356350"/>
            <a:ext cx="1167495" cy="365125"/>
          </a:xfrm>
        </p:spPr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AAB3BC7E-B34F-EF47-B125-1574C5484E22}"/>
              </a:ext>
            </a:extLst>
          </p:cNvPr>
          <p:cNvSpPr/>
          <p:nvPr userDrawn="1"/>
        </p:nvSpPr>
        <p:spPr>
          <a:xfrm rot="16200000" flipV="1">
            <a:off x="9499940" y="355410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7CBC82D0-4F72-C649-8B7F-D4B087957B6C}"/>
              </a:ext>
            </a:extLst>
          </p:cNvPr>
          <p:cNvSpPr/>
          <p:nvPr userDrawn="1"/>
        </p:nvSpPr>
        <p:spPr>
          <a:xfrm flipH="1">
            <a:off x="10866436" y="1879977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383F23A-D872-2A4C-B386-A9D269BE694D}"/>
              </a:ext>
            </a:extLst>
          </p:cNvPr>
          <p:cNvSpPr/>
          <p:nvPr userDrawn="1"/>
        </p:nvSpPr>
        <p:spPr>
          <a:xfrm>
            <a:off x="11024507" y="-1664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221FFDB-AAE2-5943-97A1-82D66AE05DB4}"/>
              </a:ext>
            </a:extLst>
          </p:cNvPr>
          <p:cNvSpPr/>
          <p:nvPr userDrawn="1"/>
        </p:nvSpPr>
        <p:spPr>
          <a:xfrm>
            <a:off x="10334091" y="2737752"/>
            <a:ext cx="1380830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2E58EEF7-63CA-A845-BAC4-9D3BE05918B5}"/>
              </a:ext>
            </a:extLst>
          </p:cNvPr>
          <p:cNvSpPr/>
          <p:nvPr userDrawn="1"/>
        </p:nvSpPr>
        <p:spPr>
          <a:xfrm rot="16200000" flipH="1">
            <a:off x="10667432" y="5333432"/>
            <a:ext cx="1881641" cy="1167493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757A4624-D8ED-2E4B-AF8C-00DFA6A72D5F}"/>
              </a:ext>
            </a:extLst>
          </p:cNvPr>
          <p:cNvSpPr/>
          <p:nvPr userDrawn="1"/>
        </p:nvSpPr>
        <p:spPr>
          <a:xfrm flipV="1">
            <a:off x="9857012" y="3651505"/>
            <a:ext cx="1325563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DF312EF8-91BE-5946-BE31-8CFE107A2FEA}"/>
              </a:ext>
            </a:extLst>
          </p:cNvPr>
          <p:cNvSpPr/>
          <p:nvPr userDrawn="1"/>
        </p:nvSpPr>
        <p:spPr>
          <a:xfrm flipH="1" flipV="1">
            <a:off x="9857013" y="4976359"/>
            <a:ext cx="1167494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430" y="381000"/>
            <a:ext cx="10678142" cy="1325563"/>
          </a:xfrm>
        </p:spPr>
        <p:txBody>
          <a:bodyPr lIns="0"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0429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0430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0429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54939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4939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939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348367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37" name="Text Placeholder 28">
            <a:extLst>
              <a:ext uri="{FF2B5EF4-FFF2-40B4-BE49-F238E27FC236}">
                <a16:creationId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48368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48367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47335" y="2068734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0" name="Text Placeholder 28">
            <a:extLst>
              <a:ext uri="{FF2B5EF4-FFF2-40B4-BE49-F238E27FC236}">
                <a16:creationId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47336" y="2994545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7335" y="3379791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50429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50430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50429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54939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6" name="Text Placeholder 28">
            <a:extLst>
              <a:ext uri="{FF2B5EF4-FFF2-40B4-BE49-F238E27FC236}">
                <a16:creationId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4939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4939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6348367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348368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348367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147335" y="4118551"/>
            <a:ext cx="904987" cy="905641"/>
          </a:xfrm>
        </p:spPr>
        <p:txBody>
          <a:bodyPr rtlCol="0"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52" name="Text Placeholder 28">
            <a:extLst>
              <a:ext uri="{FF2B5EF4-FFF2-40B4-BE49-F238E27FC236}">
                <a16:creationId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147336" y="5044362"/>
            <a:ext cx="2281237" cy="347662"/>
          </a:xfrm>
        </p:spPr>
        <p:txBody>
          <a:bodyPr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7335" y="5429608"/>
            <a:ext cx="2281237" cy="347662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en-GB" noProof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975CEC1F-EF25-4059-ABBA-8FEB7C2BFD5C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rot="5400000" flipH="1">
            <a:off x="1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87561"/>
            <a:ext cx="9779182" cy="3366815"/>
          </a:xfrm>
        </p:spPr>
        <p:txBody>
          <a:bodyPr rtlCol="0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726E9C68-1964-4A8A-9427-98F10662CAE8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flipH="1">
            <a:off x="8580896" y="1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 flipH="1">
            <a:off x="8580896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>
            <a:off x="1" y="0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8082092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fld id="{046A679D-7D96-4BF4-98D0-1033E9142F9A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528203"/>
            <a:ext cx="4663440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283235" y="2005689"/>
            <a:ext cx="4663440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1" y="2526318"/>
            <a:ext cx="3218688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6A7F6A3F-E1DD-A246-9A6D-5F9B18BA2588}"/>
              </a:ext>
            </a:extLst>
          </p:cNvPr>
          <p:cNvSpPr/>
          <p:nvPr userDrawn="1"/>
        </p:nvSpPr>
        <p:spPr>
          <a:xfrm rot="5400000">
            <a:off x="8580896" y="0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55FD0FC-C8FF-6741-A364-A29CDC6F9495}"/>
              </a:ext>
            </a:extLst>
          </p:cNvPr>
          <p:cNvSpPr/>
          <p:nvPr userDrawn="1"/>
        </p:nvSpPr>
        <p:spPr>
          <a:xfrm>
            <a:off x="-2364" y="3246896"/>
            <a:ext cx="3611104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11C9832-A021-954E-A34F-2988D1189AE9}"/>
              </a:ext>
            </a:extLst>
          </p:cNvPr>
          <p:cNvSpPr/>
          <p:nvPr userDrawn="1"/>
        </p:nvSpPr>
        <p:spPr>
          <a:xfrm rot="5400000" flipH="1">
            <a:off x="11258144" y="5924144"/>
            <a:ext cx="933856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861BC34-DFBF-2D4F-B463-FCFBC08391FF}"/>
              </a:ext>
            </a:extLst>
          </p:cNvPr>
          <p:cNvGrpSpPr/>
          <p:nvPr userDrawn="1"/>
        </p:nvGrpSpPr>
        <p:grpSpPr>
          <a:xfrm>
            <a:off x="2587417" y="5590903"/>
            <a:ext cx="1572380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6711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496CE679-96C2-428D-9AAE-1AD24CC6A009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83787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6749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3788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00082" y="2526318"/>
            <a:ext cx="3173279" cy="2828613"/>
          </a:xfrm>
        </p:spPr>
        <p:txBody>
          <a:bodyPr rtlCol="0"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00083" y="2003804"/>
            <a:ext cx="3173278" cy="522514"/>
          </a:xfrm>
        </p:spPr>
        <p:txBody>
          <a:bodyPr rtlCol="0"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</p:spPr>
        <p:txBody>
          <a:bodyPr rtlCol="0"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</p:spPr>
        <p:txBody>
          <a:bodyPr rtlCol="0"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</a:extLst>
          </p:cNvPr>
          <p:cNvSpPr/>
          <p:nvPr userDrawn="1"/>
        </p:nvSpPr>
        <p:spPr>
          <a:xfrm>
            <a:off x="8264426" y="0"/>
            <a:ext cx="392757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15FBB50-09C8-B64E-AE57-67C5E70810CB}"/>
              </a:ext>
            </a:extLst>
          </p:cNvPr>
          <p:cNvGrpSpPr/>
          <p:nvPr userDrawn="1"/>
        </p:nvGrpSpPr>
        <p:grpSpPr>
          <a:xfrm>
            <a:off x="8264427" y="3685939"/>
            <a:ext cx="3927573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en-GB" noProof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BC68F289-2744-2F48-893A-3F17911625C8}"/>
              </a:ext>
            </a:extLst>
          </p:cNvPr>
          <p:cNvSpPr/>
          <p:nvPr userDrawn="1"/>
        </p:nvSpPr>
        <p:spPr>
          <a:xfrm>
            <a:off x="0" y="-1"/>
            <a:ext cx="1167493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9563C76-BC00-DE47-88F5-C24D3CE3325A}"/>
              </a:ext>
            </a:extLst>
          </p:cNvPr>
          <p:cNvSpPr/>
          <p:nvPr userDrawn="1"/>
        </p:nvSpPr>
        <p:spPr>
          <a:xfrm>
            <a:off x="10228214" y="-1"/>
            <a:ext cx="1963787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0FAF51C5-1188-4161-A3AE-51B85A4E9234}" type="datetime1">
              <a:rPr lang="en-GB" noProof="0" smtClean="0"/>
              <a:t>17/02/2026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r>
              <a:rPr lang="en-GB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pPr rtl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9" r:id="rId4"/>
    <p:sldLayoutId id="2147483660" r:id="rId5"/>
    <p:sldLayoutId id="2147483661" r:id="rId6"/>
    <p:sldLayoutId id="2147483654" r:id="rId7"/>
    <p:sldLayoutId id="214748365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r>
              <a:rPr lang="en-GB" dirty="0" err="1"/>
              <a:t>Améliorer</a:t>
            </a:r>
            <a:r>
              <a:rPr lang="en-GB" dirty="0"/>
              <a:t> Windows (50 min)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 err="1">
                <a:ea typeface="+mn-lt"/>
                <a:cs typeface="+mn-lt"/>
              </a:rPr>
              <a:t>Améliorer</a:t>
            </a:r>
            <a:r>
              <a:rPr lang="en-GB" dirty="0">
                <a:ea typeface="+mn-lt"/>
                <a:cs typeface="+mn-lt"/>
              </a:rPr>
              <a:t> son PC &amp; </a:t>
            </a:r>
            <a:r>
              <a:rPr lang="en-GB" dirty="0" err="1">
                <a:ea typeface="+mn-lt"/>
                <a:cs typeface="+mn-lt"/>
              </a:rPr>
              <a:t>Rester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connecté</a:t>
            </a:r>
            <a:endParaRPr lang="en-US" dirty="0" err="1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Pourquoi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améliorer</a:t>
            </a:r>
            <a:r>
              <a:rPr lang="en-GB" dirty="0">
                <a:ea typeface="+mj-lt"/>
                <a:cs typeface="+mj-lt"/>
              </a:rPr>
              <a:t> son PC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err="1">
                <a:ea typeface="+mn-lt"/>
                <a:cs typeface="+mn-lt"/>
              </a:rPr>
              <a:t>Moins</a:t>
            </a:r>
            <a:r>
              <a:rPr lang="en-GB">
                <a:ea typeface="+mn-lt"/>
                <a:cs typeface="+mn-lt"/>
              </a:rPr>
              <a:t> de fatigue</a:t>
            </a:r>
            <a:endParaRPr lang="en-US"/>
          </a:p>
          <a:p>
            <a:r>
              <a:rPr lang="en-GB" err="1">
                <a:ea typeface="+mn-lt"/>
                <a:cs typeface="+mn-lt"/>
              </a:rPr>
              <a:t>Moins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d’erreurs</a:t>
            </a:r>
            <a:endParaRPr lang="en-GB" err="1"/>
          </a:p>
          <a:p>
            <a:r>
              <a:rPr lang="en-GB" err="1">
                <a:ea typeface="+mn-lt"/>
                <a:cs typeface="+mn-lt"/>
              </a:rPr>
              <a:t>Moins</a:t>
            </a:r>
            <a:r>
              <a:rPr lang="en-GB">
                <a:ea typeface="+mn-lt"/>
                <a:cs typeface="+mn-lt"/>
              </a:rPr>
              <a:t> de stress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Plus de plaisir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9FEB4-4C5C-EB43-9696-7B42453DB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D470D0-6D64-5E42-9515-048F8779C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79329-5E1E-D508-1638-576217C52CB3}"/>
              </a:ext>
            </a:extLst>
          </p:cNvPr>
          <p:cNvSpPr txBox="1"/>
          <p:nvPr/>
        </p:nvSpPr>
        <p:spPr>
          <a:xfrm>
            <a:off x="1170473" y="4327407"/>
            <a:ext cx="85603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400" dirty="0"/>
              <a:t>👉 “</a:t>
            </a:r>
            <a:r>
              <a:rPr lang="en-GB" sz="2400" err="1"/>
              <a:t>Qu’est-ce</a:t>
            </a:r>
            <a:r>
              <a:rPr lang="en-GB" sz="2400" dirty="0"/>
              <a:t> qui vous </a:t>
            </a:r>
            <a:r>
              <a:rPr lang="en-GB" sz="2400" err="1"/>
              <a:t>dérange</a:t>
            </a:r>
            <a:r>
              <a:rPr lang="en-GB" sz="2400" dirty="0"/>
              <a:t> le plus sur </a:t>
            </a:r>
            <a:r>
              <a:rPr lang="en-GB" sz="2400" err="1"/>
              <a:t>votre</a:t>
            </a:r>
            <a:r>
              <a:rPr lang="en-GB" sz="2400" dirty="0"/>
              <a:t> </a:t>
            </a:r>
            <a:r>
              <a:rPr lang="en-GB" sz="2400" err="1"/>
              <a:t>ordinateur</a:t>
            </a:r>
            <a:r>
              <a:rPr lang="en-GB" sz="2400" dirty="0"/>
              <a:t> ?”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👀 CONFORT VISUEL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3572" y="2409327"/>
            <a:ext cx="9779183" cy="34364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/>
              <a:t>Agrandir</a:t>
            </a:r>
            <a:r>
              <a:rPr lang="en-GB" dirty="0"/>
              <a:t> le </a:t>
            </a:r>
            <a:r>
              <a:rPr lang="en-GB" dirty="0" err="1"/>
              <a:t>texte</a:t>
            </a:r>
          </a:p>
          <a:p>
            <a:r>
              <a:rPr lang="en-GB" dirty="0" err="1">
                <a:ea typeface="+mn-lt"/>
                <a:cs typeface="+mn-lt"/>
              </a:rPr>
              <a:t>Paramètres</a:t>
            </a:r>
            <a:r>
              <a:rPr lang="en-GB" dirty="0">
                <a:ea typeface="+mn-lt"/>
                <a:cs typeface="+mn-lt"/>
              </a:rPr>
              <a:t> → </a:t>
            </a:r>
            <a:r>
              <a:rPr lang="en-GB" dirty="0" err="1">
                <a:ea typeface="+mn-lt"/>
                <a:cs typeface="+mn-lt"/>
              </a:rPr>
              <a:t>Accessibilité</a:t>
            </a:r>
            <a:r>
              <a:rPr lang="en-GB" dirty="0">
                <a:ea typeface="+mn-lt"/>
                <a:cs typeface="+mn-lt"/>
              </a:rPr>
              <a:t> → Taille du texte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Différence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importante</a:t>
            </a:r>
            <a:r>
              <a:rPr lang="en-GB" dirty="0">
                <a:ea typeface="+mn-lt"/>
                <a:cs typeface="+mn-lt"/>
              </a:rPr>
              <a:t> :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Texte ≠ tout </a:t>
            </a:r>
            <a:r>
              <a:rPr lang="en-GB" dirty="0" err="1">
                <a:ea typeface="+mn-lt"/>
                <a:cs typeface="+mn-lt"/>
              </a:rPr>
              <a:t>l’écran</a:t>
            </a:r>
            <a:endParaRPr lang="en-GB" dirty="0" err="1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3FA18-50D6-0344-B477-1D7C91CF4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C72D2-EFDF-844A-8472-CB49A59B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b="0" dirty="0">
                <a:ea typeface="+mj-lt"/>
                <a:cs typeface="+mj-lt"/>
              </a:rPr>
              <a:t>Mise à </a:t>
            </a:r>
            <a:r>
              <a:rPr lang="en-GB" b="0" dirty="0" err="1">
                <a:ea typeface="+mj-lt"/>
                <a:cs typeface="+mj-lt"/>
              </a:rPr>
              <a:t>l’échelle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B90AB4-D228-4548-B072-7264982123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022350" y="2069189"/>
            <a:ext cx="10142582" cy="359772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b="0" err="1">
                <a:ea typeface="+mj-lt"/>
                <a:cs typeface="+mj-lt"/>
              </a:rPr>
              <a:t>Paramètres</a:t>
            </a:r>
            <a:r>
              <a:rPr lang="en-GB" b="0">
                <a:ea typeface="+mj-lt"/>
                <a:cs typeface="+mj-lt"/>
              </a:rPr>
              <a:t> → Système → Affichage → Mise à l’échelle</a:t>
            </a:r>
            <a:endParaRPr lang="en-US"/>
          </a:p>
          <a:p>
            <a:r>
              <a:rPr lang="en-GB" b="0">
                <a:ea typeface="+mj-lt"/>
                <a:cs typeface="+mj-lt"/>
              </a:rPr>
              <a:t>100% / 125% / 150%</a:t>
            </a:r>
            <a:endParaRPr lang="en-GB"/>
          </a:p>
          <a:p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D1986A-9AF9-5C45-BE85-20D5AA267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D448B0-743E-0045-8131-69B4EEC58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7124-8400-D69C-0F05-6F5B2CF1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C3A1F-4D3C-0718-9DA6-8DA670F13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Changer le </a:t>
            </a:r>
            <a:r>
              <a:rPr lang="en-GB" dirty="0" err="1">
                <a:ea typeface="+mj-lt"/>
                <a:cs typeface="+mj-lt"/>
              </a:rPr>
              <a:t>pointeur</a:t>
            </a:r>
            <a:r>
              <a:rPr lang="en-GB" dirty="0">
                <a:ea typeface="+mj-lt"/>
                <a:cs typeface="+mj-lt"/>
              </a:rPr>
              <a:t> de </a:t>
            </a:r>
            <a:r>
              <a:rPr lang="en-GB" dirty="0" err="1">
                <a:ea typeface="+mj-lt"/>
                <a:cs typeface="+mj-lt"/>
              </a:rPr>
              <a:t>souris</a:t>
            </a:r>
            <a:endParaRPr lang="en-US" dirty="0" err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6148EE4-12F4-A771-426D-94B9595795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1158461"/>
              </p:ext>
            </p:extLst>
          </p:nvPr>
        </p:nvGraphicFramePr>
        <p:xfrm>
          <a:off x="1166813" y="2017713"/>
          <a:ext cx="10938862" cy="2834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469431">
                  <a:extLst>
                    <a:ext uri="{9D8B030D-6E8A-4147-A177-3AD203B41FA5}">
                      <a16:colId xmlns:a16="http://schemas.microsoft.com/office/drawing/2014/main" val="3211634109"/>
                    </a:ext>
                  </a:extLst>
                </a:gridCol>
                <a:gridCol w="5469431">
                  <a:extLst>
                    <a:ext uri="{9D8B030D-6E8A-4147-A177-3AD203B41FA5}">
                      <a16:colId xmlns:a16="http://schemas.microsoft.com/office/drawing/2014/main" val="2995670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0252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err="1">
                          <a:latin typeface="Tenorite"/>
                        </a:rPr>
                        <a:t>Paramètres</a:t>
                      </a:r>
                      <a:r>
                        <a:rPr lang="en-GB" sz="1800" b="0" i="0" u="none" strike="noStrike" noProof="0" dirty="0">
                          <a:latin typeface="Tenorite"/>
                        </a:rPr>
                        <a:t> → </a:t>
                      </a:r>
                      <a:r>
                        <a:rPr lang="en-GB" sz="1800" b="0" i="0" u="none" strike="noStrike" noProof="0" err="1">
                          <a:latin typeface="Tenorite"/>
                        </a:rPr>
                        <a:t>Accessibilité</a:t>
                      </a:r>
                      <a:r>
                        <a:rPr lang="en-GB" sz="1800" b="0" i="0" u="none" strike="noStrike" noProof="0" dirty="0">
                          <a:latin typeface="Tenorite"/>
                        </a:rPr>
                        <a:t> → </a:t>
                      </a:r>
                      <a:r>
                        <a:rPr lang="en-GB" sz="1800" b="0" i="0" u="none" strike="noStrike" noProof="0" err="1">
                          <a:latin typeface="Tenorite"/>
                        </a:rPr>
                        <a:t>Pointeur</a:t>
                      </a:r>
                      <a:r>
                        <a:rPr lang="en-GB" sz="1800" b="0" i="0" u="none" strike="noStrike" noProof="0">
                          <a:latin typeface="Tenorite"/>
                        </a:rPr>
                        <a:t> et contact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-&gt; Plus gros</a:t>
                      </a:r>
                      <a:endParaRPr lang="en-GB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-&gt; Plus visible</a:t>
                      </a:r>
                      <a:endParaRPr lang="en-GB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-&gt; Plus </a:t>
                      </a:r>
                      <a:r>
                        <a:rPr lang="en-GB" sz="1800" b="0" i="0" u="none" strike="noStrike" noProof="0" dirty="0" err="1">
                          <a:latin typeface="Tenorite"/>
                        </a:rPr>
                        <a:t>coloré</a:t>
                      </a:r>
                      <a:endParaRPr lang="en-GB" dirty="0" err="1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0" i="0" u="none" strike="noStrike" noProof="0" dirty="0">
                          <a:latin typeface="Tenorite"/>
                        </a:rPr>
                        <a:t>-&gt; Très </a:t>
                      </a:r>
                      <a:r>
                        <a:rPr lang="en-GB" sz="1800" b="0" i="0" u="none" strike="noStrike" noProof="0" dirty="0" err="1">
                          <a:latin typeface="Tenorite"/>
                        </a:rPr>
                        <a:t>apprécié</a:t>
                      </a:r>
                      <a:r>
                        <a:rPr lang="en-GB" sz="1800" b="0" i="0" u="none" strike="noStrike" noProof="0" dirty="0">
                          <a:latin typeface="Tenorite"/>
                        </a:rPr>
                        <a:t>.</a:t>
                      </a:r>
                      <a:endParaRPr lang="en-GB" dirty="0"/>
                    </a:p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137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699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502536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9B257-43ED-753D-9E7A-712DFA2FA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AB175-EC76-F94F-6A65-536674609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29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EC37-7F46-2AE0-0FA6-E87693443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B5050-60F2-C8D9-B1F9-EF7EFFFDB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>
                <a:ea typeface="+mj-lt"/>
                <a:cs typeface="+mj-lt"/>
              </a:rPr>
              <a:t>Mode </a:t>
            </a:r>
            <a:r>
              <a:rPr lang="en-GB" dirty="0" err="1">
                <a:ea typeface="+mj-lt"/>
                <a:cs typeface="+mj-lt"/>
              </a:rPr>
              <a:t>clair</a:t>
            </a:r>
            <a:r>
              <a:rPr lang="en-GB" dirty="0">
                <a:ea typeface="+mj-lt"/>
                <a:cs typeface="+mj-lt"/>
              </a:rPr>
              <a:t> / sombre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71B52-5B29-DD56-136A-E296C96A1F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B2CAD-9CB6-79E2-BA0B-514312F3C5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6</a:t>
            </a:fld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A54B8E-1AEB-9F78-9264-2D077748A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GB" dirty="0" err="1">
                <a:ea typeface="+mn-lt"/>
                <a:cs typeface="+mn-lt"/>
              </a:rPr>
              <a:t>Paramètres</a:t>
            </a:r>
            <a:r>
              <a:rPr lang="en-GB" dirty="0">
                <a:ea typeface="+mn-lt"/>
                <a:cs typeface="+mn-lt"/>
              </a:rPr>
              <a:t> → </a:t>
            </a:r>
            <a:r>
              <a:rPr lang="en-GB" dirty="0" err="1">
                <a:ea typeface="+mn-lt"/>
                <a:cs typeface="+mn-lt"/>
              </a:rPr>
              <a:t>Personnalisation</a:t>
            </a:r>
            <a:r>
              <a:rPr lang="en-GB" dirty="0">
                <a:ea typeface="+mn-lt"/>
                <a:cs typeface="+mn-lt"/>
              </a:rPr>
              <a:t> → Couleurs</a:t>
            </a:r>
            <a:endParaRPr lang="en-US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Impact sur la fatigue oculaire.</a:t>
            </a:r>
            <a:endParaRPr lang="en-GB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79564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68F8B-706F-94A3-BB77-CE927153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F75B-4F65-141E-391E-5999BE73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Épingler</a:t>
            </a:r>
            <a:r>
              <a:rPr lang="en-GB" dirty="0">
                <a:ea typeface="+mj-lt"/>
                <a:cs typeface="+mj-lt"/>
              </a:rPr>
              <a:t> </a:t>
            </a:r>
            <a:r>
              <a:rPr lang="en-GB" dirty="0" err="1">
                <a:ea typeface="+mj-lt"/>
                <a:cs typeface="+mj-lt"/>
              </a:rPr>
              <a:t>ses</a:t>
            </a:r>
            <a:r>
              <a:rPr lang="en-GB" dirty="0">
                <a:ea typeface="+mj-lt"/>
                <a:cs typeface="+mj-lt"/>
              </a:rPr>
              <a:t> applications </a:t>
            </a:r>
            <a:r>
              <a:rPr lang="en-GB" dirty="0" err="1">
                <a:ea typeface="+mj-lt"/>
                <a:cs typeface="+mj-lt"/>
              </a:rPr>
              <a:t>utiles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B31D5-26AC-7491-DA88-57C867A3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Clic</a:t>
            </a:r>
            <a:r>
              <a:rPr lang="en-GB" dirty="0">
                <a:ea typeface="+mn-lt"/>
                <a:cs typeface="+mn-lt"/>
              </a:rPr>
              <a:t> droit → </a:t>
            </a:r>
            <a:r>
              <a:rPr lang="en-GB" dirty="0" err="1">
                <a:ea typeface="+mn-lt"/>
                <a:cs typeface="+mn-lt"/>
              </a:rPr>
              <a:t>Épingler</a:t>
            </a:r>
            <a:r>
              <a:rPr lang="en-GB" dirty="0">
                <a:ea typeface="+mn-lt"/>
                <a:cs typeface="+mn-lt"/>
              </a:rPr>
              <a:t> à la barre des </a:t>
            </a:r>
            <a:r>
              <a:rPr lang="en-GB" dirty="0" err="1">
                <a:ea typeface="+mn-lt"/>
                <a:cs typeface="+mn-lt"/>
              </a:rPr>
              <a:t>tâches</a:t>
            </a:r>
            <a:endParaRPr lang="en-US" dirty="0" err="1"/>
          </a:p>
          <a:p>
            <a:r>
              <a:rPr lang="en-GB">
                <a:ea typeface="+mn-lt"/>
                <a:cs typeface="+mn-lt"/>
              </a:rPr>
              <a:t>Objectif :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Moins</a:t>
            </a:r>
            <a:r>
              <a:rPr lang="en-GB">
                <a:ea typeface="+mn-lt"/>
                <a:cs typeface="+mn-lt"/>
              </a:rPr>
              <a:t> </a:t>
            </a:r>
            <a:r>
              <a:rPr lang="en-GB" err="1">
                <a:ea typeface="+mn-lt"/>
                <a:cs typeface="+mn-lt"/>
              </a:rPr>
              <a:t>chercher</a:t>
            </a:r>
            <a:r>
              <a:rPr lang="en-GB">
                <a:ea typeface="+mn-lt"/>
                <a:cs typeface="+mn-lt"/>
              </a:rPr>
              <a:t>.</a:t>
            </a:r>
            <a:endParaRPr lang="en-GB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299B-47EF-D734-CCAE-82A2F1697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8D375-6757-E294-5BC8-C3AF417989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65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EC5AB-B9D7-939E-2CF0-EB02E9CD9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D4A5-CD61-A1E5-C40C-E16DCD22E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Nettoyer</a:t>
            </a:r>
            <a:r>
              <a:rPr lang="en-GB" dirty="0">
                <a:ea typeface="+mj-lt"/>
                <a:cs typeface="+mj-lt"/>
              </a:rPr>
              <a:t> la barre des </a:t>
            </a:r>
            <a:r>
              <a:rPr lang="en-GB" dirty="0" err="1">
                <a:ea typeface="+mj-lt"/>
                <a:cs typeface="+mj-lt"/>
              </a:rPr>
              <a:t>tâches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0E152-3DE7-2C04-287F-D97E9E3D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err="1">
                <a:ea typeface="+mn-lt"/>
                <a:cs typeface="+mn-lt"/>
              </a:rPr>
              <a:t>Paramètres</a:t>
            </a:r>
            <a:r>
              <a:rPr lang="en-GB">
                <a:ea typeface="+mn-lt"/>
                <a:cs typeface="+mn-lt"/>
              </a:rPr>
              <a:t> → </a:t>
            </a:r>
            <a:r>
              <a:rPr lang="en-GB" err="1">
                <a:ea typeface="+mn-lt"/>
                <a:cs typeface="+mn-lt"/>
              </a:rPr>
              <a:t>Personnalisation</a:t>
            </a:r>
            <a:r>
              <a:rPr lang="en-GB">
                <a:ea typeface="+mn-lt"/>
                <a:cs typeface="+mn-lt"/>
              </a:rPr>
              <a:t> → Barre des tâches</a:t>
            </a:r>
            <a:endParaRPr lang="en-US"/>
          </a:p>
          <a:p>
            <a:r>
              <a:rPr lang="en-GB">
                <a:ea typeface="+mn-lt"/>
                <a:cs typeface="+mn-lt"/>
              </a:rPr>
              <a:t>Masquer :</a:t>
            </a:r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Widgets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Chat</a:t>
            </a:r>
            <a:endParaRPr lang="en-GB"/>
          </a:p>
          <a:p>
            <a:pPr marL="285750" indent="-285750">
              <a:buFont typeface="Arial"/>
              <a:buChar char="•"/>
            </a:pPr>
            <a:r>
              <a:rPr lang="en-GB">
                <a:ea typeface="+mn-lt"/>
                <a:cs typeface="+mn-lt"/>
              </a:rPr>
              <a:t>Recherche </a:t>
            </a:r>
            <a:r>
              <a:rPr lang="en-GB" err="1">
                <a:ea typeface="+mn-lt"/>
                <a:cs typeface="+mn-lt"/>
              </a:rPr>
              <a:t>si</a:t>
            </a:r>
            <a:r>
              <a:rPr lang="en-GB">
                <a:ea typeface="+mn-lt"/>
                <a:cs typeface="+mn-lt"/>
              </a:rPr>
              <a:t> inutile</a:t>
            </a:r>
            <a:endParaRPr lang="en-GB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7DB1B-A2A0-A46B-436E-0B1BDCC28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C51C8-8019-3CFB-04C5-80EC1DFEB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706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EEE7B-84CC-61CE-73C5-52FDB4DE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C7EF-34AD-5BD7-4F68-665DA228E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Désactiver</a:t>
            </a:r>
            <a:r>
              <a:rPr lang="en-GB" dirty="0">
                <a:ea typeface="+mj-lt"/>
                <a:cs typeface="+mj-lt"/>
              </a:rPr>
              <a:t> programmes au </a:t>
            </a:r>
            <a:r>
              <a:rPr lang="en-GB" dirty="0" err="1">
                <a:ea typeface="+mj-lt"/>
                <a:cs typeface="+mj-lt"/>
              </a:rPr>
              <a:t>démarrage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5B9ED-8A34-1FCE-8F98-3EBF30B55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err="1">
                <a:ea typeface="+mn-lt"/>
                <a:cs typeface="+mn-lt"/>
              </a:rPr>
              <a:t>Paramètres</a:t>
            </a:r>
            <a:r>
              <a:rPr lang="en-GB">
                <a:ea typeface="+mn-lt"/>
                <a:cs typeface="+mn-lt"/>
              </a:rPr>
              <a:t> → Applications → Démarrage</a:t>
            </a:r>
            <a:endParaRPr lang="en-US"/>
          </a:p>
          <a:p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 👉 Plus il y a de programmes au </a:t>
            </a:r>
            <a:r>
              <a:rPr lang="en-GB" dirty="0" err="1">
                <a:ea typeface="+mn-lt"/>
                <a:cs typeface="+mn-lt"/>
              </a:rPr>
              <a:t>démarrage</a:t>
            </a:r>
            <a:r>
              <a:rPr lang="en-GB" dirty="0">
                <a:ea typeface="+mn-lt"/>
                <a:cs typeface="+mn-lt"/>
              </a:rPr>
              <a:t>, plus le PC est lent.</a:t>
            </a:r>
            <a:endParaRPr lang="en-US"/>
          </a:p>
          <a:p>
            <a:endParaRPr lang="en-GB"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DA46-2E50-B201-4440-0E9CD4F834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6A68B-A745-F26D-C5E3-A9C6C9689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265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DC4CB-90B3-C4F9-876C-E5A527A9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FCE1-EA39-50D3-E2A9-E833EA56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Exercice</a:t>
            </a:r>
            <a:endParaRPr lang="en-GB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15598-A693-520B-5043-9BF624EB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 err="1">
                <a:ea typeface="+mn-lt"/>
                <a:cs typeface="+mn-lt"/>
              </a:rPr>
              <a:t>Chaque</a:t>
            </a:r>
            <a:r>
              <a:rPr lang="en-GB" dirty="0">
                <a:ea typeface="+mn-lt"/>
                <a:cs typeface="+mn-lt"/>
              </a:rPr>
              <a:t> participant doit :</a:t>
            </a:r>
            <a:endParaRPr lang="en-US" dirty="0"/>
          </a:p>
          <a:p>
            <a:r>
              <a:rPr lang="en-GB" dirty="0">
                <a:ea typeface="+mn-lt"/>
                <a:cs typeface="+mn-lt"/>
              </a:rPr>
              <a:t>✅ </a:t>
            </a:r>
            <a:r>
              <a:rPr lang="en-GB" dirty="0" err="1">
                <a:ea typeface="+mn-lt"/>
                <a:cs typeface="+mn-lt"/>
              </a:rPr>
              <a:t>Agrandir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texte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ou</a:t>
            </a:r>
            <a:r>
              <a:rPr lang="en-GB" dirty="0">
                <a:ea typeface="+mn-lt"/>
                <a:cs typeface="+mn-lt"/>
              </a:rPr>
              <a:t> mise à </a:t>
            </a:r>
            <a:r>
              <a:rPr lang="en-GB" dirty="0" err="1">
                <a:ea typeface="+mn-lt"/>
                <a:cs typeface="+mn-lt"/>
              </a:rPr>
              <a:t>l’échelle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✅ Modifier son </a:t>
            </a:r>
            <a:r>
              <a:rPr lang="en-GB" dirty="0" err="1">
                <a:ea typeface="+mn-lt"/>
                <a:cs typeface="+mn-lt"/>
              </a:rPr>
              <a:t>pointeur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✅ </a:t>
            </a:r>
            <a:r>
              <a:rPr lang="en-GB" dirty="0" err="1">
                <a:ea typeface="+mn-lt"/>
                <a:cs typeface="+mn-lt"/>
              </a:rPr>
              <a:t>Épingler</a:t>
            </a:r>
            <a:r>
              <a:rPr lang="en-GB" dirty="0">
                <a:ea typeface="+mn-lt"/>
                <a:cs typeface="+mn-lt"/>
              </a:rPr>
              <a:t> 2 applications</a:t>
            </a:r>
            <a:br>
              <a:rPr lang="en-GB" dirty="0">
                <a:ea typeface="+mn-lt"/>
                <a:cs typeface="+mn-lt"/>
              </a:rPr>
            </a:br>
            <a:r>
              <a:rPr lang="en-GB" dirty="0">
                <a:ea typeface="+mn-lt"/>
                <a:cs typeface="+mn-lt"/>
              </a:rPr>
              <a:t>✅ </a:t>
            </a:r>
            <a:r>
              <a:rPr lang="en-GB" dirty="0" err="1">
                <a:ea typeface="+mn-lt"/>
                <a:cs typeface="+mn-lt"/>
              </a:rPr>
              <a:t>Désactiver</a:t>
            </a:r>
            <a:r>
              <a:rPr lang="en-GB" dirty="0">
                <a:ea typeface="+mn-lt"/>
                <a:cs typeface="+mn-lt"/>
              </a:rPr>
              <a:t> 1 programme au </a:t>
            </a:r>
            <a:r>
              <a:rPr lang="en-GB" dirty="0" err="1">
                <a:ea typeface="+mn-lt"/>
                <a:cs typeface="+mn-lt"/>
              </a:rPr>
              <a:t>démarrage</a:t>
            </a:r>
            <a:endParaRPr lang="en-GB" dirty="0">
              <a:ea typeface="+mn-lt"/>
              <a:cs typeface="+mn-lt"/>
            </a:endParaRPr>
          </a:p>
          <a:p>
            <a:endParaRPr lang="en-GB" dirty="0"/>
          </a:p>
          <a:p>
            <a:endParaRPr lang="en-GB" i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A86A5-EE77-5C9C-D375-AAAD4529B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5A9B4-E5B1-3B13-373A-051090DB8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120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3A68D-55E5-2EF6-8F51-E1D3DC72A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90A48-8E25-6525-6B57-827DF1857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1122363"/>
            <a:ext cx="7096933" cy="2387600"/>
          </a:xfrm>
        </p:spPr>
        <p:txBody>
          <a:bodyPr rtlCol="0"/>
          <a:lstStyle/>
          <a:p>
            <a:r>
              <a:rPr lang="en-GB" dirty="0" err="1"/>
              <a:t>Partie</a:t>
            </a:r>
            <a:r>
              <a:rPr lang="en-GB" dirty="0"/>
              <a:t> 2 :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E0A2D5-4E02-8E35-9D2A-4DBA65475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7493" y="3602038"/>
            <a:ext cx="9500507" cy="8066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>
                <a:ea typeface="+mn-lt"/>
                <a:cs typeface="+mn-lt"/>
              </a:rPr>
              <a:t>Créer </a:t>
            </a:r>
            <a:r>
              <a:rPr lang="en-GB" dirty="0" err="1">
                <a:ea typeface="+mn-lt"/>
                <a:cs typeface="+mn-lt"/>
              </a:rPr>
              <a:t>notre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groupe</a:t>
            </a:r>
            <a:r>
              <a:rPr lang="en-GB" dirty="0">
                <a:ea typeface="+mn-lt"/>
                <a:cs typeface="+mn-lt"/>
              </a:rPr>
              <a:t> WhatsApp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347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E2DB-A078-ADA3-A49D-65771903D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AC6C-DFBB-DFE5-12E7-F2B5C45F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Pourquoi</a:t>
            </a:r>
            <a:r>
              <a:rPr lang="en-GB" dirty="0">
                <a:ea typeface="+mj-lt"/>
                <a:cs typeface="+mj-lt"/>
              </a:rPr>
              <a:t> un </a:t>
            </a:r>
            <a:r>
              <a:rPr lang="en-GB" dirty="0" err="1">
                <a:ea typeface="+mj-lt"/>
                <a:cs typeface="+mj-lt"/>
              </a:rPr>
              <a:t>groupe</a:t>
            </a:r>
            <a:r>
              <a:rPr lang="en-GB" dirty="0">
                <a:ea typeface="+mj-lt"/>
                <a:cs typeface="+mj-lt"/>
              </a:rPr>
              <a:t> 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7432B-EBAE-1CA6-5463-5F8C11EC4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Poser des questions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S’entraider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GB" dirty="0" err="1">
                <a:ea typeface="+mn-lt"/>
                <a:cs typeface="+mn-lt"/>
              </a:rPr>
              <a:t>Partager</a:t>
            </a:r>
            <a:r>
              <a:rPr lang="en-GB" dirty="0">
                <a:ea typeface="+mn-lt"/>
                <a:cs typeface="+mn-lt"/>
              </a:rPr>
              <a:t> des </a:t>
            </a:r>
            <a:r>
              <a:rPr lang="en-GB" dirty="0" err="1">
                <a:ea typeface="+mn-lt"/>
                <a:cs typeface="+mn-lt"/>
              </a:rPr>
              <a:t>astuces</a:t>
            </a:r>
            <a:endParaRPr lang="en-GB" dirty="0" err="1"/>
          </a:p>
          <a:p>
            <a:pPr marL="285750" indent="-285750">
              <a:buFont typeface="Arial"/>
              <a:buChar char="•"/>
            </a:pPr>
            <a:r>
              <a:rPr lang="en-GB" dirty="0">
                <a:ea typeface="+mn-lt"/>
                <a:cs typeface="+mn-lt"/>
              </a:rPr>
              <a:t>Ne pas </a:t>
            </a:r>
            <a:r>
              <a:rPr lang="en-GB" dirty="0" err="1">
                <a:ea typeface="+mn-lt"/>
                <a:cs typeface="+mn-lt"/>
              </a:rPr>
              <a:t>rester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bloqué</a:t>
            </a:r>
            <a:r>
              <a:rPr lang="en-GB" dirty="0">
                <a:ea typeface="+mn-lt"/>
                <a:cs typeface="+mn-lt"/>
              </a:rPr>
              <a:t> seul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547F-008D-D4D3-4B69-F41318A1C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E666-E0A4-5ABA-51A8-DCEBEAAC7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434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906DF-5A60-169D-32BE-BA53DA84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9E63-6F5B-31AA-A995-3626F0696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Règles</a:t>
            </a:r>
            <a:r>
              <a:rPr lang="en-GB" dirty="0">
                <a:ea typeface="+mj-lt"/>
                <a:cs typeface="+mj-lt"/>
              </a:rPr>
              <a:t> du </a:t>
            </a:r>
            <a:r>
              <a:rPr lang="en-GB" dirty="0" err="1">
                <a:ea typeface="+mj-lt"/>
                <a:cs typeface="+mj-lt"/>
              </a:rPr>
              <a:t>groupe</a:t>
            </a:r>
            <a:r>
              <a:rPr lang="en-GB" dirty="0">
                <a:ea typeface="+mj-lt"/>
                <a:cs typeface="+mj-lt"/>
              </a:rPr>
              <a:t> (</a:t>
            </a:r>
            <a:r>
              <a:rPr lang="en-GB" dirty="0" err="1">
                <a:ea typeface="+mj-lt"/>
                <a:cs typeface="+mj-lt"/>
              </a:rPr>
              <a:t>Charte</a:t>
            </a:r>
            <a:r>
              <a:rPr lang="en-GB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51B04-9D0A-0CAA-AA07-E2D92BEE6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Groupe </a:t>
            </a:r>
            <a:r>
              <a:rPr lang="en-GB" err="1">
                <a:ea typeface="+mn-lt"/>
                <a:cs typeface="+mn-lt"/>
              </a:rPr>
              <a:t>réservé</a:t>
            </a:r>
            <a:r>
              <a:rPr lang="en-GB">
                <a:ea typeface="+mn-lt"/>
                <a:cs typeface="+mn-lt"/>
              </a:rPr>
              <a:t> à </a:t>
            </a:r>
            <a:r>
              <a:rPr lang="en-GB" err="1">
                <a:ea typeface="+mn-lt"/>
                <a:cs typeface="+mn-lt"/>
              </a:rPr>
              <a:t>l’informatique</a:t>
            </a:r>
            <a:endParaRPr lang="en-US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Pas de politique</a:t>
            </a:r>
            <a:endParaRPr lang="en-US"/>
          </a:p>
          <a:p>
            <a:r>
              <a:rPr lang="en-GB">
                <a:ea typeface="+mn-lt"/>
                <a:cs typeface="+mn-lt"/>
              </a:rPr>
              <a:t>Respect de chacun</a:t>
            </a:r>
            <a:endParaRPr lang="en-GB"/>
          </a:p>
          <a:p>
            <a:r>
              <a:rPr lang="en-GB" dirty="0">
                <a:ea typeface="+mn-lt"/>
                <a:cs typeface="+mn-lt"/>
              </a:rPr>
              <a:t>Messages </a:t>
            </a:r>
            <a:r>
              <a:rPr lang="en-GB" dirty="0" err="1">
                <a:ea typeface="+mn-lt"/>
                <a:cs typeface="+mn-lt"/>
              </a:rPr>
              <a:t>raisonnables</a:t>
            </a:r>
            <a:r>
              <a:rPr lang="en-GB" dirty="0">
                <a:ea typeface="+mn-lt"/>
                <a:cs typeface="+mn-lt"/>
              </a:rPr>
              <a:t> </a:t>
            </a:r>
            <a:endParaRPr lang="en-GB" dirty="0"/>
          </a:p>
          <a:p>
            <a:endParaRPr lang="en-GB" dirty="0">
              <a:ea typeface="+mn-lt"/>
              <a:cs typeface="+mn-lt"/>
            </a:endParaRPr>
          </a:p>
          <a:p>
            <a:r>
              <a:rPr lang="en-GB" dirty="0">
                <a:ea typeface="+mn-lt"/>
                <a:cs typeface="+mn-lt"/>
              </a:rPr>
              <a:t>👉 “Est-</a:t>
            </a:r>
            <a:r>
              <a:rPr lang="en-GB" dirty="0" err="1">
                <a:ea typeface="+mn-lt"/>
                <a:cs typeface="+mn-lt"/>
              </a:rPr>
              <a:t>ce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que</a:t>
            </a:r>
            <a:r>
              <a:rPr lang="en-GB" dirty="0">
                <a:ea typeface="+mn-lt"/>
                <a:cs typeface="+mn-lt"/>
              </a:rPr>
              <a:t> tout le monde est </a:t>
            </a:r>
            <a:r>
              <a:rPr lang="en-GB" dirty="0" err="1">
                <a:ea typeface="+mn-lt"/>
                <a:cs typeface="+mn-lt"/>
              </a:rPr>
              <a:t>d’accord</a:t>
            </a:r>
            <a:r>
              <a:rPr lang="en-GB" dirty="0">
                <a:ea typeface="+mn-lt"/>
                <a:cs typeface="+mn-lt"/>
              </a:rPr>
              <a:t> ?”</a:t>
            </a:r>
            <a:endParaRPr lang="en-GB"/>
          </a:p>
          <a:p>
            <a:pPr marL="285750" indent="-285750">
              <a:buFont typeface="Arial"/>
              <a:buChar char="•"/>
            </a:pP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D2D15-D356-93AF-E72A-D5D67376B3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AEE2C-EAD0-9F8E-FDD6-624B5A01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40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698A-4D4E-84A6-BB33-8A6D1C1DB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9FA9D-0514-28AB-066B-551675816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</p:spPr>
        <p:txBody>
          <a:bodyPr rtlCol="0"/>
          <a:lstStyle/>
          <a:p>
            <a:r>
              <a:rPr lang="en-GB" dirty="0" err="1">
                <a:ea typeface="+mj-lt"/>
                <a:cs typeface="+mj-lt"/>
              </a:rPr>
              <a:t>Apprendre</a:t>
            </a:r>
            <a:r>
              <a:rPr lang="en-GB" dirty="0">
                <a:ea typeface="+mj-lt"/>
                <a:cs typeface="+mj-lt"/>
              </a:rPr>
              <a:t> à utiliser le </a:t>
            </a:r>
            <a:r>
              <a:rPr lang="en-GB" dirty="0" err="1">
                <a:ea typeface="+mj-lt"/>
                <a:cs typeface="+mj-lt"/>
              </a:rPr>
              <a:t>groupe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4386-C28B-12A6-133B-18B81C32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2017467"/>
            <a:ext cx="9779182" cy="33668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Manipulations :</a:t>
            </a:r>
            <a:endParaRPr lang="en-US"/>
          </a:p>
          <a:p>
            <a:r>
              <a:rPr lang="en-GB" err="1">
                <a:ea typeface="+mn-lt"/>
                <a:cs typeface="+mn-lt"/>
              </a:rPr>
              <a:t>Envoyer</a:t>
            </a:r>
            <a:r>
              <a:rPr lang="en-GB">
                <a:ea typeface="+mn-lt"/>
                <a:cs typeface="+mn-lt"/>
              </a:rPr>
              <a:t> un message</a:t>
            </a:r>
            <a:endParaRPr lang="en-GB"/>
          </a:p>
          <a:p>
            <a:r>
              <a:rPr lang="en-GB" dirty="0" err="1">
                <a:ea typeface="+mn-lt"/>
                <a:cs typeface="+mn-lt"/>
              </a:rPr>
              <a:t>Répondre</a:t>
            </a:r>
            <a:endParaRPr lang="en-GB" dirty="0" err="1"/>
          </a:p>
          <a:p>
            <a:r>
              <a:rPr lang="en-GB" dirty="0" err="1">
                <a:ea typeface="+mn-lt"/>
                <a:cs typeface="+mn-lt"/>
              </a:rPr>
              <a:t>Envoyer</a:t>
            </a:r>
            <a:r>
              <a:rPr lang="en-GB" dirty="0">
                <a:ea typeface="+mn-lt"/>
                <a:cs typeface="+mn-lt"/>
              </a:rPr>
              <a:t> </a:t>
            </a:r>
            <a:r>
              <a:rPr lang="en-GB" dirty="0" err="1">
                <a:ea typeface="+mn-lt"/>
                <a:cs typeface="+mn-lt"/>
              </a:rPr>
              <a:t>une</a:t>
            </a:r>
            <a:r>
              <a:rPr lang="en-GB" dirty="0">
                <a:ea typeface="+mn-lt"/>
                <a:cs typeface="+mn-lt"/>
              </a:rPr>
              <a:t> photo</a:t>
            </a:r>
            <a:endParaRPr lang="en-GB" dirty="0"/>
          </a:p>
          <a:p>
            <a:r>
              <a:rPr lang="en-GB" dirty="0" err="1">
                <a:ea typeface="+mn-lt"/>
                <a:cs typeface="+mn-lt"/>
              </a:rPr>
              <a:t>Supprimer</a:t>
            </a:r>
            <a:r>
              <a:rPr lang="en-GB" dirty="0">
                <a:ea typeface="+mn-lt"/>
                <a:cs typeface="+mn-lt"/>
              </a:rPr>
              <a:t> un message</a:t>
            </a:r>
            <a:endParaRPr lang="en-GB" dirty="0"/>
          </a:p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07852-2774-C67B-38E9-7FC1E70CCA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n-GB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9BDCE-63D7-373E-B8C6-80A543D78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en-GB" smtClean="0"/>
              <a:pPr rtl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201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342FAFE-88B4-49B4-9588-86CB0E564E50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2076B5C-85B0-4D30-852D-5E5312EEA9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F1176D5-513E-4E73-98C9-4CEA832F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TM45331398</Template>
  <TotalTime>0</TotalTime>
  <Words>436</Words>
  <Application>Microsoft Office PowerPoint</Application>
  <PresentationFormat>Widescreen</PresentationFormat>
  <Paragraphs>156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Améliorer Windows (50 min)</vt:lpstr>
      <vt:lpstr>Pourquoi améliorer son PC ?</vt:lpstr>
      <vt:lpstr>👀 CONFORT VISUEL</vt:lpstr>
      <vt:lpstr>Mise à l’échelle</vt:lpstr>
      <vt:lpstr>Changer le pointeur de souris</vt:lpstr>
      <vt:lpstr>Mode clair / sombre</vt:lpstr>
      <vt:lpstr>Épingler ses applications utiles</vt:lpstr>
      <vt:lpstr>Nettoyer la barre des tâches</vt:lpstr>
      <vt:lpstr>Désactiver programmes au démarrage</vt:lpstr>
      <vt:lpstr>Exercice</vt:lpstr>
      <vt:lpstr>Partie 2 : </vt:lpstr>
      <vt:lpstr>Pourquoi un groupe ?</vt:lpstr>
      <vt:lpstr>Règles du groupe (Charte)</vt:lpstr>
      <vt:lpstr>Apprendre à utiliser le groupe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172</cp:revision>
  <dcterms:created xsi:type="dcterms:W3CDTF">2026-01-27T09:30:27Z</dcterms:created>
  <dcterms:modified xsi:type="dcterms:W3CDTF">2026-02-17T13:07:58Z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