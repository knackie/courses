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86E9C-EE09-86F5-1C31-0B5C73C1E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A4D38A-4161-D9C3-F2B1-A7749D0D0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AF38D8-1089-1C66-4A78-04E969C9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CA86B2-9509-2302-6A72-850D1D7A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09CE3F-5088-C57F-5B1D-735C04EA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96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CBA7D-462E-F39A-E177-60A79A99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764619-C541-E6D0-DC02-16932C1D3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401A3-AAEA-366D-B712-A51484F5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1FCB56-BC82-55EE-93B3-D654117D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8056C7-7D3C-36A8-71B7-93DD5B4C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06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A1C658-DB8D-E628-EE2E-6944D116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3BDB73-4C22-278A-7E4D-8EAE61586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733CE4-BC12-E75E-4020-4316987C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7C7541-9E96-DB62-709D-BDF8F51D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5BC459-C570-F091-49FD-3B5E19F9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49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0B84-E635-92BC-8FE8-EB1B51EE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6767E9-571E-0ED1-35F7-BEEEB6582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D74E06-AAF5-406F-0B07-47ADFFC11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7F8F69-2A91-9DA7-57E4-B70A0C57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FE063D-A535-9DF6-2BCF-E52BF07F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833AE4-0723-65F0-77C2-4D881D7A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03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31A20C-11A4-5305-30EB-A99B5B570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809EFA-602B-8FD1-160C-6DFCF75F9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F88B37-E5CB-8DEA-9759-88AFCD674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FA827E3-7232-1A3A-AB60-FB991A168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2F8F50B-E783-BE5D-2B6B-33803E842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A4F6A1-B1DD-F436-4CF8-4B183A8C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614EB99-8158-C131-8DD1-29AED562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2A9EA3-A0A7-A554-B10F-2F250843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7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524F7-715F-3D8A-AB54-6CEBA1DF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688AE0-69EB-6171-995E-FFB35D59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CDE883D-CB71-B283-6195-13602E27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79F0D6-841D-F4BB-28E8-2B5E10DD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91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73217B-C5F4-0FB2-DAC7-298794BD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9F6CFB-3F1A-79AD-3D17-5B18971F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F43C44-703B-2AA5-58CF-DC8F2868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65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AF904C-D291-FAE2-8345-4E0FD8DC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868470-1525-87AC-0EE8-FFBED7FF1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0265CB-8514-5936-34C0-CF138B3FF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E48D63-4D1A-EA2E-EAB8-2642D6BA9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E745F6-96A1-814E-186D-DBC00DA81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02062B-C45E-177F-1206-574A68AC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2025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D8402-7711-D140-1955-2BBD03EE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A50A34-1A7F-FCD2-3F0B-6D1A70A4E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989624-6170-860C-8F1B-0EA75D87E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01AEC1-D833-6ADF-FE35-0031F4F1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03D00E4-EC43-2E76-9786-12DC63EB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EC608E-DD52-776D-87BB-7EF4D18C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2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6CCF7A-8727-6603-11A1-B99FB40C2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B9119A-54C4-FC3F-3895-D0BEA412E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E2CCA5-AFED-2FB1-7ECB-84E76243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AB565-CC16-AF46-86CC-10A06BF0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EF599C-F829-8074-6556-C3DC49B4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87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EBBBAD-69BA-41E3-3779-0AC507E89E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A3F74B-C921-BB3A-25E1-A90779980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56DBD3-2F78-7F71-F47C-A369DCAF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9969E4-7CBB-298E-6316-843E1DDC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48C57B-E002-8DEB-590D-F401CB9A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34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27ED43-5AEB-C59E-BA19-900CD319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1B6FEF-BB87-4B0C-0868-14FA8124B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FC0293-659E-93A5-20E3-0BCA57305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C7556-1179-42A0-8FE8-557EEB397F0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70F77C-06AE-F783-26E6-7D858A005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371D54-74DE-C531-D534-3A2324109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B7D63-3BA5-4AEB-9AF7-6801D6C321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82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848C1-9FAD-9A73-5F07-0BBDC357C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5DD7C5-70F2-3E54-91DC-0A68EE130C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0D1503-B453-F5DB-1BD2-41CBF1379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75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C5E5C-8B30-F827-8800-DE896AB2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2EB20E-C1CA-9B01-03FB-1A9543BC1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4298CE-7C35-2A36-216E-9979AB87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5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CA8FF-D201-24DF-099F-0C0CDE14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13DD41-250A-5283-D49C-8154E7BDA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569E62-BA13-9F82-55C5-C94BEBBBD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1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01A03-0CE4-2B4B-8BE0-150BD0652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327532-DA0B-E298-21BD-C41AF65F4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D73724-4BCE-2A49-6E7F-32EFB266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8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81326-9E4F-D4AA-0CEA-E94EBB04E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40A0F4-C486-35DE-CD0C-4560C311C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27D351-B430-B5C6-8185-776023BA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78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832B4D-4E4E-0161-039F-E57DD855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4094FF-37C1-8EC3-45FB-7F47DF5D8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8EC7C5-CDE1-EEC9-8E92-EDD9FC30D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5408457-ED98-06E1-419E-9EAFE44C0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45978"/>
            <a:ext cx="5865091" cy="27778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536AB4E-4D60-453D-3462-964B25114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23840"/>
            <a:ext cx="12192000" cy="289075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DEAA8F-E134-F11F-6F80-AA72204D47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49"/>
          <a:stretch/>
        </p:blipFill>
        <p:spPr>
          <a:xfrm>
            <a:off x="22550" y="3923840"/>
            <a:ext cx="6073450" cy="293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972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CPN Laxou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DREYER Mathieu</dc:creator>
  <cp:lastModifiedBy>DREYER Mathieu</cp:lastModifiedBy>
  <cp:revision>2</cp:revision>
  <dcterms:created xsi:type="dcterms:W3CDTF">2026-03-17T09:15:30Z</dcterms:created>
  <dcterms:modified xsi:type="dcterms:W3CDTF">2026-03-17T12:46:35Z</dcterms:modified>
</cp:coreProperties>
</file>