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8" r:id="rId7"/>
    <p:sldId id="259" r:id="rId8"/>
    <p:sldId id="265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8E8451-3349-4FD3-AF17-7F9F809C9895}" v="111" dt="2026-02-10T12:57:04.590"/>
    <p1510:client id="{8CBC44D6-7E71-4BC7-951F-732FBB2F9932}" v="2" dt="2026-02-10T15:38:09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3"/>
    <p:restoredTop sz="94718"/>
  </p:normalViewPr>
  <p:slideViewPr>
    <p:cSldViewPr snapToGrid="0">
      <p:cViewPr varScale="1">
        <p:scale>
          <a:sx n="120" d="100"/>
          <a:sy n="12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EYER Mathieu" userId="S::0019786@cpn-laxou.com::442add8d-55e7-43fa-a8e5-a8994caecf16" providerId="AD" clId="Web-{8CBC44D6-7E71-4BC7-951F-732FBB2F9932}"/>
    <pc:docChg chg="modSld">
      <pc:chgData name="DREYER Mathieu" userId="S::0019786@cpn-laxou.com::442add8d-55e7-43fa-a8e5-a8994caecf16" providerId="AD" clId="Web-{8CBC44D6-7E71-4BC7-951F-732FBB2F9932}" dt="2026-02-10T15:38:07.394" v="0" actId="20577"/>
      <pc:docMkLst>
        <pc:docMk/>
      </pc:docMkLst>
      <pc:sldChg chg="modSp">
        <pc:chgData name="DREYER Mathieu" userId="S::0019786@cpn-laxou.com::442add8d-55e7-43fa-a8e5-a8994caecf16" providerId="AD" clId="Web-{8CBC44D6-7E71-4BC7-951F-732FBB2F9932}" dt="2026-02-10T15:38:07.394" v="0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8CBC44D6-7E71-4BC7-951F-732FBB2F9932}" dt="2026-02-10T15:38:07.394" v="0" actId="20577"/>
          <ac:spMkLst>
            <pc:docMk/>
            <pc:sldMk cId="2259308896" sldId="256"/>
            <ac:spMk id="3" creationId="{A068D447-28D3-4F5F-B2DC-FD67E9015868}"/>
          </ac:spMkLst>
        </pc:spChg>
      </pc:sldChg>
    </pc:docChg>
  </pc:docChgLst>
  <pc:docChgLst>
    <pc:chgData name="DREYER Mathieu" userId="S::0019786@cpn-laxou.com::442add8d-55e7-43fa-a8e5-a8994caecf16" providerId="AD" clId="Web-{08A962DF-6EAF-46F1-AE6F-765879B5015E}"/>
    <pc:docChg chg="addSld modSld">
      <pc:chgData name="DREYER Mathieu" userId="S::0019786@cpn-laxou.com::442add8d-55e7-43fa-a8e5-a8994caecf16" providerId="AD" clId="Web-{08A962DF-6EAF-46F1-AE6F-765879B5015E}" dt="2026-02-03T08:12:54.493" v="95" actId="20577"/>
      <pc:docMkLst>
        <pc:docMk/>
      </pc:docMkLst>
      <pc:sldChg chg="modSp">
        <pc:chgData name="DREYER Mathieu" userId="S::0019786@cpn-laxou.com::442add8d-55e7-43fa-a8e5-a8994caecf16" providerId="AD" clId="Web-{08A962DF-6EAF-46F1-AE6F-765879B5015E}" dt="2026-02-03T08:06:42.240" v="3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08A962DF-6EAF-46F1-AE6F-765879B5015E}" dt="2026-02-03T08:06:39.990" v="1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DREYER Mathieu" userId="S::0019786@cpn-laxou.com::442add8d-55e7-43fa-a8e5-a8994caecf16" providerId="AD" clId="Web-{08A962DF-6EAF-46F1-AE6F-765879B5015E}" dt="2026-02-03T08:06:42.240" v="3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DREYER Mathieu" userId="S::0019786@cpn-laxou.com::442add8d-55e7-43fa-a8e5-a8994caecf16" providerId="AD" clId="Web-{08A962DF-6EAF-46F1-AE6F-765879B5015E}" dt="2026-02-03T08:06:59.896" v="11" actId="20577"/>
        <pc:sldMkLst>
          <pc:docMk/>
          <pc:sldMk cId="1325608595" sldId="257"/>
        </pc:sldMkLst>
        <pc:spChg chg="mod">
          <ac:chgData name="DREYER Mathieu" userId="S::0019786@cpn-laxou.com::442add8d-55e7-43fa-a8e5-a8994caecf16" providerId="AD" clId="Web-{08A962DF-6EAF-46F1-AE6F-765879B5015E}" dt="2026-02-03T08:06:53.896" v="7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DREYER Mathieu" userId="S::0019786@cpn-laxou.com::442add8d-55e7-43fa-a8e5-a8994caecf16" providerId="AD" clId="Web-{08A962DF-6EAF-46F1-AE6F-765879B5015E}" dt="2026-02-03T08:06:59.896" v="11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modSp">
        <pc:chgData name="DREYER Mathieu" userId="S::0019786@cpn-laxou.com::442add8d-55e7-43fa-a8e5-a8994caecf16" providerId="AD" clId="Web-{08A962DF-6EAF-46F1-AE6F-765879B5015E}" dt="2026-02-03T08:07:11.224" v="18" actId="20577"/>
        <pc:sldMkLst>
          <pc:docMk/>
          <pc:sldMk cId="1639799154" sldId="258"/>
        </pc:sldMkLst>
        <pc:spChg chg="mod">
          <ac:chgData name="DREYER Mathieu" userId="S::0019786@cpn-laxou.com::442add8d-55e7-43fa-a8e5-a8994caecf16" providerId="AD" clId="Web-{08A962DF-6EAF-46F1-AE6F-765879B5015E}" dt="2026-02-03T08:07:09.615" v="15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DREYER Mathieu" userId="S::0019786@cpn-laxou.com::442add8d-55e7-43fa-a8e5-a8994caecf16" providerId="AD" clId="Web-{08A962DF-6EAF-46F1-AE6F-765879B5015E}" dt="2026-02-03T08:07:11.224" v="18" actId="20577"/>
          <ac:spMkLst>
            <pc:docMk/>
            <pc:sldMk cId="1639799154" sldId="258"/>
            <ac:spMk id="3" creationId="{95B371F2-DBA5-415A-82C8-651F587B857A}"/>
          </ac:spMkLst>
        </pc:spChg>
      </pc:sldChg>
      <pc:sldChg chg="modSp addAnim">
        <pc:chgData name="DREYER Mathieu" userId="S::0019786@cpn-laxou.com::442add8d-55e7-43fa-a8e5-a8994caecf16" providerId="AD" clId="Web-{08A962DF-6EAF-46F1-AE6F-765879B5015E}" dt="2026-02-03T08:07:41.834" v="28"/>
        <pc:sldMkLst>
          <pc:docMk/>
          <pc:sldMk cId="3446797337" sldId="259"/>
        </pc:sldMkLst>
        <pc:spChg chg="mod">
          <ac:chgData name="DREYER Mathieu" userId="S::0019786@cpn-laxou.com::442add8d-55e7-43fa-a8e5-a8994caecf16" providerId="AD" clId="Web-{08A962DF-6EAF-46F1-AE6F-765879B5015E}" dt="2026-02-03T08:07:21.521" v="22" actId="20577"/>
          <ac:spMkLst>
            <pc:docMk/>
            <pc:sldMk cId="3446797337" sldId="259"/>
            <ac:spMk id="2" creationId="{8460295B-54B9-4937-90E3-BAB9CE69E30B}"/>
          </ac:spMkLst>
        </pc:spChg>
        <pc:spChg chg="mod">
          <ac:chgData name="DREYER Mathieu" userId="S::0019786@cpn-laxou.com::442add8d-55e7-43fa-a8e5-a8994caecf16" providerId="AD" clId="Web-{08A962DF-6EAF-46F1-AE6F-765879B5015E}" dt="2026-02-03T08:07:31.115" v="27" actId="14100"/>
          <ac:spMkLst>
            <pc:docMk/>
            <pc:sldMk cId="3446797337" sldId="259"/>
            <ac:spMk id="4" creationId="{D51A6D85-3837-435F-A342-5A3F98172B12}"/>
          </ac:spMkLst>
        </pc:spChg>
      </pc:sldChg>
      <pc:sldChg chg="addSp delSp modSp">
        <pc:chgData name="DREYER Mathieu" userId="S::0019786@cpn-laxou.com::442add8d-55e7-43fa-a8e5-a8994caecf16" providerId="AD" clId="Web-{08A962DF-6EAF-46F1-AE6F-765879B5015E}" dt="2026-02-03T08:08:27.584" v="41" actId="20577"/>
        <pc:sldMkLst>
          <pc:docMk/>
          <pc:sldMk cId="2563119616" sldId="265"/>
        </pc:sldMkLst>
        <pc:spChg chg="mod">
          <ac:chgData name="DREYER Mathieu" userId="S::0019786@cpn-laxou.com::442add8d-55e7-43fa-a8e5-a8994caecf16" providerId="AD" clId="Web-{08A962DF-6EAF-46F1-AE6F-765879B5015E}" dt="2026-02-03T08:08:02.318" v="30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DREYER Mathieu" userId="S::0019786@cpn-laxou.com::442add8d-55e7-43fa-a8e5-a8994caecf16" providerId="AD" clId="Web-{08A962DF-6EAF-46F1-AE6F-765879B5015E}" dt="2026-02-03T08:08:27.584" v="41" actId="20577"/>
          <ac:spMkLst>
            <pc:docMk/>
            <pc:sldMk cId="2563119616" sldId="265"/>
            <ac:spMk id="3" creationId="{EFB90AB4-D228-4548-B072-726498212362}"/>
          </ac:spMkLst>
        </pc:spChg>
      </pc:sldChg>
      <pc:sldChg chg="modSp">
        <pc:chgData name="DREYER Mathieu" userId="S::0019786@cpn-laxou.com::442add8d-55e7-43fa-a8e5-a8994caecf16" providerId="AD" clId="Web-{08A962DF-6EAF-46F1-AE6F-765879B5015E}" dt="2026-02-03T08:08:45.178" v="51" actId="20577"/>
        <pc:sldMkLst>
          <pc:docMk/>
          <pc:sldMk cId="977297865" sldId="276"/>
        </pc:sldMkLst>
        <pc:spChg chg="mod">
          <ac:chgData name="DREYER Mathieu" userId="S::0019786@cpn-laxou.com::442add8d-55e7-43fa-a8e5-a8994caecf16" providerId="AD" clId="Web-{08A962DF-6EAF-46F1-AE6F-765879B5015E}" dt="2026-02-03T08:08:38.740" v="45" actId="20577"/>
          <ac:spMkLst>
            <pc:docMk/>
            <pc:sldMk cId="977297865" sldId="276"/>
            <ac:spMk id="2" creationId="{973C3A1F-4D3C-0718-9DA6-8DA670F13944}"/>
          </ac:spMkLst>
        </pc:spChg>
      </pc:sldChg>
      <pc:sldChg chg="addSp delSp modSp add replId">
        <pc:chgData name="DREYER Mathieu" userId="S::0019786@cpn-laxou.com::442add8d-55e7-43fa-a8e5-a8994caecf16" providerId="AD" clId="Web-{08A962DF-6EAF-46F1-AE6F-765879B5015E}" dt="2026-02-03T08:09:30.850" v="72"/>
        <pc:sldMkLst>
          <pc:docMk/>
          <pc:sldMk cId="3779564589" sldId="277"/>
        </pc:sldMkLst>
        <pc:spChg chg="mod">
          <ac:chgData name="DREYER Mathieu" userId="S::0019786@cpn-laxou.com::442add8d-55e7-43fa-a8e5-a8994caecf16" providerId="AD" clId="Web-{08A962DF-6EAF-46F1-AE6F-765879B5015E}" dt="2026-02-03T08:09:21.506" v="66" actId="20577"/>
          <ac:spMkLst>
            <pc:docMk/>
            <pc:sldMk cId="3779564589" sldId="277"/>
            <ac:spMk id="2" creationId="{DC9B5050-60F2-C8D9-B1F9-EF7EFFFDB5DB}"/>
          </ac:spMkLst>
        </pc:spChg>
      </pc:sldChg>
      <pc:sldChg chg="modSp add replId">
        <pc:chgData name="DREYER Mathieu" userId="S::0019786@cpn-laxou.com::442add8d-55e7-43fa-a8e5-a8994caecf16" providerId="AD" clId="Web-{08A962DF-6EAF-46F1-AE6F-765879B5015E}" dt="2026-02-03T08:10:04.616" v="79" actId="20577"/>
        <pc:sldMkLst>
          <pc:docMk/>
          <pc:sldMk cId="1989657988" sldId="278"/>
        </pc:sldMkLst>
        <pc:spChg chg="mod">
          <ac:chgData name="DREYER Mathieu" userId="S::0019786@cpn-laxou.com::442add8d-55e7-43fa-a8e5-a8994caecf16" providerId="AD" clId="Web-{08A962DF-6EAF-46F1-AE6F-765879B5015E}" dt="2026-02-03T08:10:03.053" v="77" actId="20577"/>
          <ac:spMkLst>
            <pc:docMk/>
            <pc:sldMk cId="1989657988" sldId="278"/>
            <ac:spMk id="2" creationId="{7894F75B-4F65-141E-391E-5999BE737E10}"/>
          </ac:spMkLst>
        </pc:spChg>
        <pc:spChg chg="mod">
          <ac:chgData name="DREYER Mathieu" userId="S::0019786@cpn-laxou.com::442add8d-55e7-43fa-a8e5-a8994caecf16" providerId="AD" clId="Web-{08A962DF-6EAF-46F1-AE6F-765879B5015E}" dt="2026-02-03T08:10:04.616" v="79" actId="20577"/>
          <ac:spMkLst>
            <pc:docMk/>
            <pc:sldMk cId="1989657988" sldId="278"/>
            <ac:spMk id="3" creationId="{729B31D5-26AC-7491-DA88-57C867A33EA0}"/>
          </ac:spMkLst>
        </pc:spChg>
      </pc:sldChg>
      <pc:sldChg chg="modSp add replId">
        <pc:chgData name="DREYER Mathieu" userId="S::0019786@cpn-laxou.com::442add8d-55e7-43fa-a8e5-a8994caecf16" providerId="AD" clId="Web-{08A962DF-6EAF-46F1-AE6F-765879B5015E}" dt="2026-02-03T08:10:59.100" v="85" actId="20577"/>
        <pc:sldMkLst>
          <pc:docMk/>
          <pc:sldMk cId="1197062718" sldId="279"/>
        </pc:sldMkLst>
        <pc:spChg chg="mod">
          <ac:chgData name="DREYER Mathieu" userId="S::0019786@cpn-laxou.com::442add8d-55e7-43fa-a8e5-a8994caecf16" providerId="AD" clId="Web-{08A962DF-6EAF-46F1-AE6F-765879B5015E}" dt="2026-02-03T08:10:55.991" v="83" actId="20577"/>
          <ac:spMkLst>
            <pc:docMk/>
            <pc:sldMk cId="1197062718" sldId="279"/>
            <ac:spMk id="2" creationId="{A011D4A5-CD61-A1E5-C40C-E16DCD22EDEF}"/>
          </ac:spMkLst>
        </pc:spChg>
        <pc:spChg chg="mod">
          <ac:chgData name="DREYER Mathieu" userId="S::0019786@cpn-laxou.com::442add8d-55e7-43fa-a8e5-a8994caecf16" providerId="AD" clId="Web-{08A962DF-6EAF-46F1-AE6F-765879B5015E}" dt="2026-02-03T08:10:59.100" v="85" actId="20577"/>
          <ac:spMkLst>
            <pc:docMk/>
            <pc:sldMk cId="1197062718" sldId="279"/>
            <ac:spMk id="3" creationId="{4A70E152-3DE7-2C04-287F-D97E9E3D6559}"/>
          </ac:spMkLst>
        </pc:spChg>
      </pc:sldChg>
      <pc:sldChg chg="modSp add replId">
        <pc:chgData name="DREYER Mathieu" userId="S::0019786@cpn-laxou.com::442add8d-55e7-43fa-a8e5-a8994caecf16" providerId="AD" clId="Web-{08A962DF-6EAF-46F1-AE6F-765879B5015E}" dt="2026-02-03T08:12:54.493" v="95" actId="20577"/>
        <pc:sldMkLst>
          <pc:docMk/>
          <pc:sldMk cId="1932659045" sldId="280"/>
        </pc:sldMkLst>
        <pc:spChg chg="mod">
          <ac:chgData name="DREYER Mathieu" userId="S::0019786@cpn-laxou.com::442add8d-55e7-43fa-a8e5-a8994caecf16" providerId="AD" clId="Web-{08A962DF-6EAF-46F1-AE6F-765879B5015E}" dt="2026-02-03T08:12:53.180" v="93" actId="20577"/>
          <ac:spMkLst>
            <pc:docMk/>
            <pc:sldMk cId="1932659045" sldId="280"/>
            <ac:spMk id="2" creationId="{3211C7EF-34AD-5BD7-4F68-665DA228E250}"/>
          </ac:spMkLst>
        </pc:spChg>
        <pc:spChg chg="mod">
          <ac:chgData name="DREYER Mathieu" userId="S::0019786@cpn-laxou.com::442add8d-55e7-43fa-a8e5-a8994caecf16" providerId="AD" clId="Web-{08A962DF-6EAF-46F1-AE6F-765879B5015E}" dt="2026-02-03T08:12:54.493" v="95" actId="20577"/>
          <ac:spMkLst>
            <pc:docMk/>
            <pc:sldMk cId="1932659045" sldId="280"/>
            <ac:spMk id="3" creationId="{F9D5B9ED-8A34-1FCE-8F98-3EBF30B555A5}"/>
          </ac:spMkLst>
        </pc:spChg>
      </pc:sldChg>
    </pc:docChg>
  </pc:docChgLst>
  <pc:docChgLst>
    <pc:chgData clId="Web-{93C54044-9F35-4519-BD89-AC0EC5F9943D}"/>
    <pc:docChg chg="modSld">
      <pc:chgData name="" userId="" providerId="" clId="Web-{93C54044-9F35-4519-BD89-AC0EC5F9943D}" dt="2026-01-27T09:30:29.934" v="0" actId="20577"/>
      <pc:docMkLst>
        <pc:docMk/>
      </pc:docMkLst>
      <pc:sldChg chg="modSp">
        <pc:chgData name="" userId="" providerId="" clId="Web-{93C54044-9F35-4519-BD89-AC0EC5F9943D}" dt="2026-01-27T09:30:29.934" v="0" actId="20577"/>
        <pc:sldMkLst>
          <pc:docMk/>
          <pc:sldMk cId="2259308896" sldId="256"/>
        </pc:sldMkLst>
        <pc:spChg chg="mod">
          <ac:chgData name="" userId="" providerId="" clId="Web-{93C54044-9F35-4519-BD89-AC0EC5F9943D}" dt="2026-01-27T09:30:29.934" v="0" actId="20577"/>
          <ac:spMkLst>
            <pc:docMk/>
            <pc:sldMk cId="2259308896" sldId="256"/>
            <ac:spMk id="2" creationId="{51DF3D98-3C30-4CFC-8643-C81E829C8C25}"/>
          </ac:spMkLst>
        </pc:spChg>
      </pc:sldChg>
    </pc:docChg>
  </pc:docChgLst>
  <pc:docChgLst>
    <pc:chgData name="DREYER Mathieu" userId="S::0019786@cpn-laxou.com::442add8d-55e7-43fa-a8e5-a8994caecf16" providerId="AD" clId="Web-{3A8E8451-3349-4FD3-AF17-7F9F809C9895}"/>
    <pc:docChg chg="delSld modSld">
      <pc:chgData name="DREYER Mathieu" userId="S::0019786@cpn-laxou.com::442add8d-55e7-43fa-a8e5-a8994caecf16" providerId="AD" clId="Web-{3A8E8451-3349-4FD3-AF17-7F9F809C9895}" dt="2026-02-10T12:57:04.590" v="98" actId="20577"/>
      <pc:docMkLst>
        <pc:docMk/>
      </pc:docMkLst>
      <pc:sldChg chg="modSp">
        <pc:chgData name="DREYER Mathieu" userId="S::0019786@cpn-laxou.com::442add8d-55e7-43fa-a8e5-a8994caecf16" providerId="AD" clId="Web-{3A8E8451-3349-4FD3-AF17-7F9F809C9895}" dt="2026-02-10T12:51:15.893" v="6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3A8E8451-3349-4FD3-AF17-7F9F809C9895}" dt="2026-02-10T12:51:11.596" v="4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DREYER Mathieu" userId="S::0019786@cpn-laxou.com::442add8d-55e7-43fa-a8e5-a8994caecf16" providerId="AD" clId="Web-{3A8E8451-3349-4FD3-AF17-7F9F809C9895}" dt="2026-02-10T12:51:15.893" v="6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DREYER Mathieu" userId="S::0019786@cpn-laxou.com::442add8d-55e7-43fa-a8e5-a8994caecf16" providerId="AD" clId="Web-{3A8E8451-3349-4FD3-AF17-7F9F809C9895}" dt="2026-02-10T12:51:33.222" v="14" actId="20577"/>
        <pc:sldMkLst>
          <pc:docMk/>
          <pc:sldMk cId="1325608595" sldId="257"/>
        </pc:sldMkLst>
        <pc:spChg chg="mod">
          <ac:chgData name="DREYER Mathieu" userId="S::0019786@cpn-laxou.com::442add8d-55e7-43fa-a8e5-a8994caecf16" providerId="AD" clId="Web-{3A8E8451-3349-4FD3-AF17-7F9F809C9895}" dt="2026-02-10T12:51:29.815" v="10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DREYER Mathieu" userId="S::0019786@cpn-laxou.com::442add8d-55e7-43fa-a8e5-a8994caecf16" providerId="AD" clId="Web-{3A8E8451-3349-4FD3-AF17-7F9F809C9895}" dt="2026-02-10T12:51:33.222" v="14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addSp modSp">
        <pc:chgData name="DREYER Mathieu" userId="S::0019786@cpn-laxou.com::442add8d-55e7-43fa-a8e5-a8994caecf16" providerId="AD" clId="Web-{3A8E8451-3349-4FD3-AF17-7F9F809C9895}" dt="2026-02-10T12:52:48.395" v="34" actId="1076"/>
        <pc:sldMkLst>
          <pc:docMk/>
          <pc:sldMk cId="1639799154" sldId="258"/>
        </pc:sldMkLst>
        <pc:spChg chg="mod">
          <ac:chgData name="DREYER Mathieu" userId="S::0019786@cpn-laxou.com::442add8d-55e7-43fa-a8e5-a8994caecf16" providerId="AD" clId="Web-{3A8E8451-3349-4FD3-AF17-7F9F809C9895}" dt="2026-02-10T12:51:43.034" v="17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DREYER Mathieu" userId="S::0019786@cpn-laxou.com::442add8d-55e7-43fa-a8e5-a8994caecf16" providerId="AD" clId="Web-{3A8E8451-3349-4FD3-AF17-7F9F809C9895}" dt="2026-02-10T12:52:38.801" v="28" actId="1076"/>
          <ac:spMkLst>
            <pc:docMk/>
            <pc:sldMk cId="1639799154" sldId="258"/>
            <ac:spMk id="3" creationId="{95B371F2-DBA5-415A-82C8-651F587B857A}"/>
          </ac:spMkLst>
        </pc:spChg>
        <pc:spChg chg="mod">
          <ac:chgData name="DREYER Mathieu" userId="S::0019786@cpn-laxou.com::442add8d-55e7-43fa-a8e5-a8994caecf16" providerId="AD" clId="Web-{3A8E8451-3349-4FD3-AF17-7F9F809C9895}" dt="2026-02-10T12:52:44.630" v="31" actId="20577"/>
          <ac:spMkLst>
            <pc:docMk/>
            <pc:sldMk cId="1639799154" sldId="258"/>
            <ac:spMk id="5" creationId="{D593FA18-50D6-0344-B477-1D7C91CF4029}"/>
          </ac:spMkLst>
        </pc:spChg>
        <pc:picChg chg="add mod">
          <ac:chgData name="DREYER Mathieu" userId="S::0019786@cpn-laxou.com::442add8d-55e7-43fa-a8e5-a8994caecf16" providerId="AD" clId="Web-{3A8E8451-3349-4FD3-AF17-7F9F809C9895}" dt="2026-02-10T12:52:48.395" v="34" actId="1076"/>
          <ac:picMkLst>
            <pc:docMk/>
            <pc:sldMk cId="1639799154" sldId="258"/>
            <ac:picMk id="4" creationId="{3152A4B3-4F11-1640-DAAF-4786F66D60F6}"/>
          </ac:picMkLst>
        </pc:picChg>
      </pc:sldChg>
      <pc:sldChg chg="modSp">
        <pc:chgData name="DREYER Mathieu" userId="S::0019786@cpn-laxou.com::442add8d-55e7-43fa-a8e5-a8994caecf16" providerId="AD" clId="Web-{3A8E8451-3349-4FD3-AF17-7F9F809C9895}" dt="2026-02-10T12:53:59.881" v="64" actId="20577"/>
        <pc:sldMkLst>
          <pc:docMk/>
          <pc:sldMk cId="3446797337" sldId="259"/>
        </pc:sldMkLst>
        <pc:spChg chg="mod">
          <ac:chgData name="DREYER Mathieu" userId="S::0019786@cpn-laxou.com::442add8d-55e7-43fa-a8e5-a8994caecf16" providerId="AD" clId="Web-{3A8E8451-3349-4FD3-AF17-7F9F809C9895}" dt="2026-02-10T12:53:11.677" v="38" actId="20577"/>
          <ac:spMkLst>
            <pc:docMk/>
            <pc:sldMk cId="3446797337" sldId="259"/>
            <ac:spMk id="2" creationId="{8460295B-54B9-4937-90E3-BAB9CE69E30B}"/>
          </ac:spMkLst>
        </pc:spChg>
        <pc:spChg chg="mod">
          <ac:chgData name="DREYER Mathieu" userId="S::0019786@cpn-laxou.com::442add8d-55e7-43fa-a8e5-a8994caecf16" providerId="AD" clId="Web-{3A8E8451-3349-4FD3-AF17-7F9F809C9895}" dt="2026-02-10T12:53:59.881" v="64" actId="20577"/>
          <ac:spMkLst>
            <pc:docMk/>
            <pc:sldMk cId="3446797337" sldId="259"/>
            <ac:spMk id="4" creationId="{D51A6D85-3837-435F-A342-5A3F98172B12}"/>
          </ac:spMkLst>
        </pc:spChg>
      </pc:sldChg>
      <pc:sldChg chg="delSp modSp">
        <pc:chgData name="DREYER Mathieu" userId="S::0019786@cpn-laxou.com::442add8d-55e7-43fa-a8e5-a8994caecf16" providerId="AD" clId="Web-{3A8E8451-3349-4FD3-AF17-7F9F809C9895}" dt="2026-02-10T12:54:19.593" v="71" actId="20577"/>
        <pc:sldMkLst>
          <pc:docMk/>
          <pc:sldMk cId="2563119616" sldId="265"/>
        </pc:sldMkLst>
        <pc:spChg chg="mod">
          <ac:chgData name="DREYER Mathieu" userId="S::0019786@cpn-laxou.com::442add8d-55e7-43fa-a8e5-a8994caecf16" providerId="AD" clId="Web-{3A8E8451-3349-4FD3-AF17-7F9F809C9895}" dt="2026-02-10T12:54:08.319" v="66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DREYER Mathieu" userId="S::0019786@cpn-laxou.com::442add8d-55e7-43fa-a8e5-a8994caecf16" providerId="AD" clId="Web-{3A8E8451-3349-4FD3-AF17-7F9F809C9895}" dt="2026-02-10T12:54:19.593" v="71" actId="20577"/>
          <ac:spMkLst>
            <pc:docMk/>
            <pc:sldMk cId="2563119616" sldId="265"/>
            <ac:spMk id="3" creationId="{EFB90AB4-D228-4548-B072-726498212362}"/>
          </ac:spMkLst>
        </pc:spChg>
        <pc:picChg chg="del">
          <ac:chgData name="DREYER Mathieu" userId="S::0019786@cpn-laxou.com::442add8d-55e7-43fa-a8e5-a8994caecf16" providerId="AD" clId="Web-{3A8E8451-3349-4FD3-AF17-7F9F809C9895}" dt="2026-02-10T12:54:12.057" v="67"/>
          <ac:picMkLst>
            <pc:docMk/>
            <pc:sldMk cId="2563119616" sldId="265"/>
            <ac:picMk id="4" creationId="{7F4E2F01-0D0A-7768-4F04-D3B5F1DCB67F}"/>
          </ac:picMkLst>
        </pc:picChg>
      </pc:sldChg>
      <pc:sldChg chg="del">
        <pc:chgData name="DREYER Mathieu" userId="S::0019786@cpn-laxou.com::442add8d-55e7-43fa-a8e5-a8994caecf16" providerId="AD" clId="Web-{3A8E8451-3349-4FD3-AF17-7F9F809C9895}" dt="2026-02-10T12:55:53.556" v="78"/>
        <pc:sldMkLst>
          <pc:docMk/>
          <pc:sldMk cId="926184573" sldId="275"/>
        </pc:sldMkLst>
      </pc:sldChg>
      <pc:sldChg chg="addSp delSp modSp">
        <pc:chgData name="DREYER Mathieu" userId="S::0019786@cpn-laxou.com::442add8d-55e7-43fa-a8e5-a8994caecf16" providerId="AD" clId="Web-{3A8E8451-3349-4FD3-AF17-7F9F809C9895}" dt="2026-02-10T12:54:55.773" v="77"/>
        <pc:sldMkLst>
          <pc:docMk/>
          <pc:sldMk cId="977297865" sldId="276"/>
        </pc:sldMkLst>
        <pc:spChg chg="mod">
          <ac:chgData name="DREYER Mathieu" userId="S::0019786@cpn-laxou.com::442add8d-55e7-43fa-a8e5-a8994caecf16" providerId="AD" clId="Web-{3A8E8451-3349-4FD3-AF17-7F9F809C9895}" dt="2026-02-10T12:54:54.758" v="75" actId="20577"/>
          <ac:spMkLst>
            <pc:docMk/>
            <pc:sldMk cId="977297865" sldId="276"/>
            <ac:spMk id="2" creationId="{973C3A1F-4D3C-0718-9DA6-8DA670F13944}"/>
          </ac:spMkLst>
        </pc:spChg>
        <pc:spChg chg="del mod">
          <ac:chgData name="DREYER Mathieu" userId="S::0019786@cpn-laxou.com::442add8d-55e7-43fa-a8e5-a8994caecf16" providerId="AD" clId="Web-{3A8E8451-3349-4FD3-AF17-7F9F809C9895}" dt="2026-02-10T12:54:55.773" v="77"/>
          <ac:spMkLst>
            <pc:docMk/>
            <pc:sldMk cId="977297865" sldId="276"/>
            <ac:spMk id="3" creationId="{8D936649-CFCC-2D49-1C28-C0799574CF3F}"/>
          </ac:spMkLst>
        </pc:spChg>
        <pc:graphicFrameChg chg="add mod ord modGraphic">
          <ac:chgData name="DREYER Mathieu" userId="S::0019786@cpn-laxou.com::442add8d-55e7-43fa-a8e5-a8994caecf16" providerId="AD" clId="Web-{3A8E8451-3349-4FD3-AF17-7F9F809C9895}" dt="2026-02-10T12:54:55.773" v="77"/>
          <ac:graphicFrameMkLst>
            <pc:docMk/>
            <pc:sldMk cId="977297865" sldId="276"/>
            <ac:graphicFrameMk id="7" creationId="{C6148EE4-12F4-A771-426D-94B9595795A5}"/>
          </ac:graphicFrameMkLst>
        </pc:graphicFrameChg>
      </pc:sldChg>
      <pc:sldChg chg="addSp delSp modSp">
        <pc:chgData name="DREYER Mathieu" userId="S::0019786@cpn-laxou.com::442add8d-55e7-43fa-a8e5-a8994caecf16" providerId="AD" clId="Web-{3A8E8451-3349-4FD3-AF17-7F9F809C9895}" dt="2026-02-10T12:56:00.322" v="84"/>
        <pc:sldMkLst>
          <pc:docMk/>
          <pc:sldMk cId="3779564589" sldId="277"/>
        </pc:sldMkLst>
        <pc:spChg chg="mod">
          <ac:chgData name="DREYER Mathieu" userId="S::0019786@cpn-laxou.com::442add8d-55e7-43fa-a8e5-a8994caecf16" providerId="AD" clId="Web-{3A8E8451-3349-4FD3-AF17-7F9F809C9895}" dt="2026-02-10T12:55:59.056" v="82" actId="20577"/>
          <ac:spMkLst>
            <pc:docMk/>
            <pc:sldMk cId="3779564589" sldId="277"/>
            <ac:spMk id="2" creationId="{DC9B5050-60F2-C8D9-B1F9-EF7EFFFDB5DB}"/>
          </ac:spMkLst>
        </pc:spChg>
        <pc:spChg chg="del mod">
          <ac:chgData name="DREYER Mathieu" userId="S::0019786@cpn-laxou.com::442add8d-55e7-43fa-a8e5-a8994caecf16" providerId="AD" clId="Web-{3A8E8451-3349-4FD3-AF17-7F9F809C9895}" dt="2026-02-10T12:56:00.322" v="84"/>
          <ac:spMkLst>
            <pc:docMk/>
            <pc:sldMk cId="3779564589" sldId="277"/>
            <ac:spMk id="3" creationId="{2F7B6D31-064B-E35C-32EC-E6089BEE2EC6}"/>
          </ac:spMkLst>
        </pc:spChg>
        <pc:graphicFrameChg chg="add mod ord modGraphic">
          <ac:chgData name="DREYER Mathieu" userId="S::0019786@cpn-laxou.com::442add8d-55e7-43fa-a8e5-a8994caecf16" providerId="AD" clId="Web-{3A8E8451-3349-4FD3-AF17-7F9F809C9895}" dt="2026-02-10T12:56:00.322" v="84"/>
          <ac:graphicFrameMkLst>
            <pc:docMk/>
            <pc:sldMk cId="3779564589" sldId="277"/>
            <ac:graphicFrameMk id="7" creationId="{4F627856-6F22-F9CB-F4F2-097EF1489F00}"/>
          </ac:graphicFrameMkLst>
        </pc:graphicFrameChg>
      </pc:sldChg>
      <pc:sldChg chg="addSp modSp">
        <pc:chgData name="DREYER Mathieu" userId="S::0019786@cpn-laxou.com::442add8d-55e7-43fa-a8e5-a8994caecf16" providerId="AD" clId="Web-{3A8E8451-3349-4FD3-AF17-7F9F809C9895}" dt="2026-02-10T12:56:33.278" v="95" actId="1076"/>
        <pc:sldMkLst>
          <pc:docMk/>
          <pc:sldMk cId="1989657988" sldId="278"/>
        </pc:sldMkLst>
        <pc:spChg chg="mod">
          <ac:chgData name="DREYER Mathieu" userId="S::0019786@cpn-laxou.com::442add8d-55e7-43fa-a8e5-a8994caecf16" providerId="AD" clId="Web-{3A8E8451-3349-4FD3-AF17-7F9F809C9895}" dt="2026-02-10T12:56:12.964" v="88" actId="20577"/>
          <ac:spMkLst>
            <pc:docMk/>
            <pc:sldMk cId="1989657988" sldId="278"/>
            <ac:spMk id="2" creationId="{7894F75B-4F65-141E-391E-5999BE737E10}"/>
          </ac:spMkLst>
        </pc:spChg>
        <pc:spChg chg="mod">
          <ac:chgData name="DREYER Mathieu" userId="S::0019786@cpn-laxou.com::442add8d-55e7-43fa-a8e5-a8994caecf16" providerId="AD" clId="Web-{3A8E8451-3349-4FD3-AF17-7F9F809C9895}" dt="2026-02-10T12:56:23.527" v="92" actId="20577"/>
          <ac:spMkLst>
            <pc:docMk/>
            <pc:sldMk cId="1989657988" sldId="278"/>
            <ac:spMk id="3" creationId="{729B31D5-26AC-7491-DA88-57C867A33EA0}"/>
          </ac:spMkLst>
        </pc:spChg>
        <pc:picChg chg="add mod">
          <ac:chgData name="DREYER Mathieu" userId="S::0019786@cpn-laxou.com::442add8d-55e7-43fa-a8e5-a8994caecf16" providerId="AD" clId="Web-{3A8E8451-3349-4FD3-AF17-7F9F809C9895}" dt="2026-02-10T12:56:33.278" v="95" actId="1076"/>
          <ac:picMkLst>
            <pc:docMk/>
            <pc:sldMk cId="1989657988" sldId="278"/>
            <ac:picMk id="4" creationId="{7D5BC4D9-AD79-7E9C-E3FD-5624B10D8D72}"/>
          </ac:picMkLst>
        </pc:picChg>
      </pc:sldChg>
      <pc:sldChg chg="modSp">
        <pc:chgData name="DREYER Mathieu" userId="S::0019786@cpn-laxou.com::442add8d-55e7-43fa-a8e5-a8994caecf16" providerId="AD" clId="Web-{3A8E8451-3349-4FD3-AF17-7F9F809C9895}" dt="2026-02-10T12:57:04.590" v="98" actId="20577"/>
        <pc:sldMkLst>
          <pc:docMk/>
          <pc:sldMk cId="1932659045" sldId="280"/>
        </pc:sldMkLst>
        <pc:spChg chg="mod">
          <ac:chgData name="DREYER Mathieu" userId="S::0019786@cpn-laxou.com::442add8d-55e7-43fa-a8e5-a8994caecf16" providerId="AD" clId="Web-{3A8E8451-3349-4FD3-AF17-7F9F809C9895}" dt="2026-02-10T12:57:04.590" v="98" actId="20577"/>
          <ac:spMkLst>
            <pc:docMk/>
            <pc:sldMk cId="1932659045" sldId="280"/>
            <ac:spMk id="2" creationId="{3211C7EF-34AD-5BD7-4F68-665DA228E250}"/>
          </ac:spMkLst>
        </pc:spChg>
        <pc:spChg chg="mod">
          <ac:chgData name="DREYER Mathieu" userId="S::0019786@cpn-laxou.com::442add8d-55e7-43fa-a8e5-a8994caecf16" providerId="AD" clId="Web-{3A8E8451-3349-4FD3-AF17-7F9F809C9895}" dt="2026-02-10T12:57:01.793" v="97" actId="20577"/>
          <ac:spMkLst>
            <pc:docMk/>
            <pc:sldMk cId="1932659045" sldId="280"/>
            <ac:spMk id="3" creationId="{F9D5B9ED-8A34-1FCE-8F98-3EBF30B555A5}"/>
          </ac:spMkLst>
        </pc:spChg>
      </pc:sldChg>
    </pc:docChg>
  </pc:docChgLst>
  <pc:docChgLst>
    <pc:chgData name="DREYER Mathieu" userId="S::0019786@cpn-laxou.com::442add8d-55e7-43fa-a8e5-a8994caecf16" providerId="AD" clId="Web-{93C54044-9F35-4519-BD89-AC0EC5F9943D}"/>
    <pc:docChg chg="addSld delSld modSld">
      <pc:chgData name="DREYER Mathieu" userId="S::0019786@cpn-laxou.com::442add8d-55e7-43fa-a8e5-a8994caecf16" providerId="AD" clId="Web-{93C54044-9F35-4519-BD89-AC0EC5F9943D}" dt="2026-01-27T09:39:50.618" v="240" actId="1076"/>
      <pc:docMkLst>
        <pc:docMk/>
      </pc:docMkLst>
      <pc:sldChg chg="modSp">
        <pc:chgData name="DREYER Mathieu" userId="S::0019786@cpn-laxou.com::442add8d-55e7-43fa-a8e5-a8994caecf16" providerId="AD" clId="Web-{93C54044-9F35-4519-BD89-AC0EC5F9943D}" dt="2026-01-27T09:30:53.013" v="5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93C54044-9F35-4519-BD89-AC0EC5F9943D}" dt="2026-01-27T09:30:32.996" v="0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DREYER Mathieu" userId="S::0019786@cpn-laxou.com::442add8d-55e7-43fa-a8e5-a8994caecf16" providerId="AD" clId="Web-{93C54044-9F35-4519-BD89-AC0EC5F9943D}" dt="2026-01-27T09:30:53.013" v="5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DREYER Mathieu" userId="S::0019786@cpn-laxou.com::442add8d-55e7-43fa-a8e5-a8994caecf16" providerId="AD" clId="Web-{93C54044-9F35-4519-BD89-AC0EC5F9943D}" dt="2026-01-27T09:32:52.876" v="97" actId="20577"/>
        <pc:sldMkLst>
          <pc:docMk/>
          <pc:sldMk cId="1325608595" sldId="257"/>
        </pc:sldMkLst>
        <pc:spChg chg="mod">
          <ac:chgData name="DREYER Mathieu" userId="S::0019786@cpn-laxou.com::442add8d-55e7-43fa-a8e5-a8994caecf16" providerId="AD" clId="Web-{93C54044-9F35-4519-BD89-AC0EC5F9943D}" dt="2026-01-27T09:31:06.185" v="12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DREYER Mathieu" userId="S::0019786@cpn-laxou.com::442add8d-55e7-43fa-a8e5-a8994caecf16" providerId="AD" clId="Web-{93C54044-9F35-4519-BD89-AC0EC5F9943D}" dt="2026-01-27T09:32:52.876" v="97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modSp">
        <pc:chgData name="DREYER Mathieu" userId="S::0019786@cpn-laxou.com::442add8d-55e7-43fa-a8e5-a8994caecf16" providerId="AD" clId="Web-{93C54044-9F35-4519-BD89-AC0EC5F9943D}" dt="2026-01-27T09:33:08.908" v="104" actId="20577"/>
        <pc:sldMkLst>
          <pc:docMk/>
          <pc:sldMk cId="1639799154" sldId="258"/>
        </pc:sldMkLst>
        <pc:spChg chg="mod">
          <ac:chgData name="DREYER Mathieu" userId="S::0019786@cpn-laxou.com::442add8d-55e7-43fa-a8e5-a8994caecf16" providerId="AD" clId="Web-{93C54044-9F35-4519-BD89-AC0EC5F9943D}" dt="2026-01-27T09:33:00.126" v="99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DREYER Mathieu" userId="S::0019786@cpn-laxou.com::442add8d-55e7-43fa-a8e5-a8994caecf16" providerId="AD" clId="Web-{93C54044-9F35-4519-BD89-AC0EC5F9943D}" dt="2026-01-27T09:33:08.908" v="104" actId="20577"/>
          <ac:spMkLst>
            <pc:docMk/>
            <pc:sldMk cId="1639799154" sldId="258"/>
            <ac:spMk id="3" creationId="{95B371F2-DBA5-415A-82C8-651F587B857A}"/>
          </ac:spMkLst>
        </pc:spChg>
      </pc:sldChg>
      <pc:sldChg chg="modSp">
        <pc:chgData name="DREYER Mathieu" userId="S::0019786@cpn-laxou.com::442add8d-55e7-43fa-a8e5-a8994caecf16" providerId="AD" clId="Web-{93C54044-9F35-4519-BD89-AC0EC5F9943D}" dt="2026-01-27T09:33:51.268" v="120" actId="20577"/>
        <pc:sldMkLst>
          <pc:docMk/>
          <pc:sldMk cId="3446797337" sldId="259"/>
        </pc:sldMkLst>
        <pc:spChg chg="mod">
          <ac:chgData name="DREYER Mathieu" userId="S::0019786@cpn-laxou.com::442add8d-55e7-43fa-a8e5-a8994caecf16" providerId="AD" clId="Web-{93C54044-9F35-4519-BD89-AC0EC5F9943D}" dt="2026-01-27T09:33:32.893" v="106" actId="20577"/>
          <ac:spMkLst>
            <pc:docMk/>
            <pc:sldMk cId="3446797337" sldId="259"/>
            <ac:spMk id="2" creationId="{8460295B-54B9-4937-90E3-BAB9CE69E30B}"/>
          </ac:spMkLst>
        </pc:spChg>
        <pc:spChg chg="mod">
          <ac:chgData name="DREYER Mathieu" userId="S::0019786@cpn-laxou.com::442add8d-55e7-43fa-a8e5-a8994caecf16" providerId="AD" clId="Web-{93C54044-9F35-4519-BD89-AC0EC5F9943D}" dt="2026-01-27T09:33:51.268" v="120" actId="20577"/>
          <ac:spMkLst>
            <pc:docMk/>
            <pc:sldMk cId="3446797337" sldId="259"/>
            <ac:spMk id="4" creationId="{D51A6D85-3837-435F-A342-5A3F98172B12}"/>
          </ac:spMkLst>
        </pc:spChg>
      </pc:sldChg>
      <pc:sldChg chg="addSp delSp modSp">
        <pc:chgData name="DREYER Mathieu" userId="S::0019786@cpn-laxou.com::442add8d-55e7-43fa-a8e5-a8994caecf16" providerId="AD" clId="Web-{93C54044-9F35-4519-BD89-AC0EC5F9943D}" dt="2026-01-27T09:36:06.896" v="191" actId="1076"/>
        <pc:sldMkLst>
          <pc:docMk/>
          <pc:sldMk cId="2563119616" sldId="265"/>
        </pc:sldMkLst>
        <pc:spChg chg="mod">
          <ac:chgData name="DREYER Mathieu" userId="S::0019786@cpn-laxou.com::442add8d-55e7-43fa-a8e5-a8994caecf16" providerId="AD" clId="Web-{93C54044-9F35-4519-BD89-AC0EC5F9943D}" dt="2026-01-27T09:34:08.534" v="128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DREYER Mathieu" userId="S::0019786@cpn-laxou.com::442add8d-55e7-43fa-a8e5-a8994caecf16" providerId="AD" clId="Web-{93C54044-9F35-4519-BD89-AC0EC5F9943D}" dt="2026-01-27T09:36:02.365" v="190" actId="20577"/>
          <ac:spMkLst>
            <pc:docMk/>
            <pc:sldMk cId="2563119616" sldId="265"/>
            <ac:spMk id="3" creationId="{EFB90AB4-D228-4548-B072-726498212362}"/>
          </ac:spMkLst>
        </pc:spChg>
      </pc:sldChg>
      <pc:sldChg chg="modSp add replId">
        <pc:chgData name="DREYER Mathieu" userId="S::0019786@cpn-laxou.com::442add8d-55e7-43fa-a8e5-a8994caecf16" providerId="AD" clId="Web-{93C54044-9F35-4519-BD89-AC0EC5F9943D}" dt="2026-01-27T09:36:31.131" v="205" actId="20577"/>
        <pc:sldMkLst>
          <pc:docMk/>
          <pc:sldMk cId="977297865" sldId="276"/>
        </pc:sldMkLst>
        <pc:spChg chg="mod">
          <ac:chgData name="DREYER Mathieu" userId="S::0019786@cpn-laxou.com::442add8d-55e7-43fa-a8e5-a8994caecf16" providerId="AD" clId="Web-{93C54044-9F35-4519-BD89-AC0EC5F9943D}" dt="2026-01-27T09:36:29.959" v="204" actId="20577"/>
          <ac:spMkLst>
            <pc:docMk/>
            <pc:sldMk cId="977297865" sldId="276"/>
            <ac:spMk id="2" creationId="{973C3A1F-4D3C-0718-9DA6-8DA670F1394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2CC1C-2EFA-41CD-8EE1-D64C4317C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3A9A9-5F67-4774-9AE0-18456713E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956093-EDCF-4DD8-9AE7-E9C61FFE6CA3}" type="datetime1">
              <a:rPr lang="en-GB" smtClean="0"/>
              <a:t>10/02/2026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A631-0269-4E45-A3DF-4FA7D06E9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B2A7-A232-444D-B3CD-C3D1E5A8E2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F9F022-6C35-409F-B2A6-FFC7C9918F09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B472-568D-400E-87C6-085D0E89D1DB}" type="datetime1">
              <a:rPr lang="en-GB" noProof="0" smtClean="0"/>
              <a:pPr/>
              <a:t>10/02/2026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5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17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7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8828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61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A555-632D-43B9-25CA-0CC42FC7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DDCB1-7DC0-27FA-9DD4-1B2FC192B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B3B24-1C7A-6DE2-12B9-23E3B43EB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FEB7-9A49-D522-297A-9E714BD50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499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A593-6F31-302E-3157-E370A2B6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B9642-6288-5AAE-08F2-91B0E52E3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86B3E-1C07-AFC7-7F2F-755CF5677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F8234-8502-0B6A-1E61-89C994A88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856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1154-361C-1BC7-4767-D3E736CA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B4466-EAF9-5614-B922-9FB46040E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D459D-CBF8-20E7-B70B-CE71F432E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0D2AF-AD9B-649E-C9C7-B4EBEB773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646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9565-63DD-B1A5-9295-0FFD8E19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6466-8C70-4426-E599-E654249A7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55CF2-3184-3026-514B-4150D74D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528F-7FB5-C780-847C-9268572E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173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0003-1817-6116-A0BE-6B62E023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F548C-E11E-D81F-77F6-843275C3C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834AA-930A-3C96-12AE-5692E36CA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6D3BD-20B7-34F7-E2A5-1F9224C47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555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EA09586C-5A81-443E-A8F0-7DBA8A56A402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640C98F9-CB0E-4FA9-9591-FB0CE9CF7143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DEF7267A-46F7-4D2F-B4E6-AE992D5484B8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016F812-AB39-4F48-B1E8-95605A3EF510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2570B71-EA3C-4900-991E-6BBB6BBDE064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ADE8980-1565-4B47-9723-42A8A150F178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75CEC1F-EF25-4059-ABBA-8FEB7C2BFD5C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26E9C68-1964-4A8A-9427-98F10662CAE8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46A679D-7D96-4BF4-98D0-1033E9142F9A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496CE679-96C2-428D-9AAE-1AD24CC6A009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0FAF51C5-1188-4161-A3AE-51B85A4E9234}" type="datetime1">
              <a:rPr lang="en-GB" noProof="0" smtClean="0"/>
              <a:t>10/02/2026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Les </a:t>
            </a:r>
            <a:r>
              <a:rPr lang="en-GB" dirty="0" err="1">
                <a:ea typeface="+mj-lt"/>
                <a:cs typeface="+mj-lt"/>
              </a:rPr>
              <a:t>raccourcis</a:t>
            </a:r>
            <a:r>
              <a:rPr lang="en-GB" dirty="0">
                <a:ea typeface="+mj-lt"/>
                <a:cs typeface="+mj-lt"/>
              </a:rPr>
              <a:t> clavier Windows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+mn-lt"/>
                <a:cs typeface="+mn-lt"/>
              </a:rPr>
              <a:t>👉 Gagner du temps sans effort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🧑‍💻 Formation  seniors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Pourquoi</a:t>
            </a:r>
            <a:r>
              <a:rPr lang="en-GB" dirty="0">
                <a:ea typeface="+mj-lt"/>
                <a:cs typeface="+mj-lt"/>
              </a:rPr>
              <a:t> utiliser des </a:t>
            </a:r>
            <a:r>
              <a:rPr lang="en-GB" dirty="0" err="1">
                <a:ea typeface="+mj-lt"/>
                <a:cs typeface="+mj-lt"/>
              </a:rPr>
              <a:t>raccourcis</a:t>
            </a:r>
            <a:r>
              <a:rPr lang="en-GB" dirty="0">
                <a:ea typeface="+mj-lt"/>
                <a:cs typeface="+mj-lt"/>
              </a:rPr>
              <a:t>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Moins</a:t>
            </a:r>
            <a:r>
              <a:rPr lang="en-GB" dirty="0">
                <a:ea typeface="+mn-lt"/>
                <a:cs typeface="+mn-lt"/>
              </a:rPr>
              <a:t> de </a:t>
            </a:r>
            <a:r>
              <a:rPr lang="en-GB" dirty="0" err="1">
                <a:ea typeface="+mn-lt"/>
                <a:cs typeface="+mn-lt"/>
              </a:rPr>
              <a:t>clics</a:t>
            </a:r>
            <a:r>
              <a:rPr lang="en-GB" dirty="0">
                <a:ea typeface="+mn-lt"/>
                <a:cs typeface="+mn-lt"/>
              </a:rPr>
              <a:t> 🖱️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Plus </a:t>
            </a:r>
            <a:r>
              <a:rPr lang="en-GB" dirty="0" err="1">
                <a:ea typeface="+mn-lt"/>
                <a:cs typeface="+mn-lt"/>
              </a:rPr>
              <a:t>rapide</a:t>
            </a:r>
            <a:r>
              <a:rPr lang="en-GB" dirty="0">
                <a:ea typeface="+mn-lt"/>
                <a:cs typeface="+mn-lt"/>
              </a:rPr>
              <a:t> ⏱️</a:t>
            </a:r>
            <a:endParaRPr lang="en-GB" dirty="0"/>
          </a:p>
          <a:p>
            <a:r>
              <a:rPr lang="en-GB" dirty="0" err="1">
                <a:ea typeface="+mn-lt"/>
                <a:cs typeface="+mn-lt"/>
              </a:rPr>
              <a:t>Moins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fatigant</a:t>
            </a:r>
            <a:r>
              <a:rPr lang="en-GB" dirty="0">
                <a:ea typeface="+mn-lt"/>
                <a:cs typeface="+mn-lt"/>
              </a:rPr>
              <a:t> 😌</a:t>
            </a:r>
            <a:endParaRPr lang="en-GB" dirty="0"/>
          </a:p>
          <a:p>
            <a:r>
              <a:rPr lang="en-GB" dirty="0">
                <a:ea typeface="+mn-lt"/>
                <a:cs typeface="+mn-lt"/>
              </a:rPr>
              <a:t>Pas </a:t>
            </a:r>
            <a:r>
              <a:rPr lang="en-GB" dirty="0" err="1">
                <a:ea typeface="+mn-lt"/>
                <a:cs typeface="+mn-lt"/>
              </a:rPr>
              <a:t>besoin</a:t>
            </a:r>
            <a:r>
              <a:rPr lang="en-GB" dirty="0">
                <a:ea typeface="+mn-lt"/>
                <a:cs typeface="+mn-lt"/>
              </a:rPr>
              <a:t> d’être </a:t>
            </a:r>
            <a:r>
              <a:rPr lang="en-GB" dirty="0" err="1">
                <a:ea typeface="+mn-lt"/>
                <a:cs typeface="+mn-lt"/>
              </a:rPr>
              <a:t>informaticien</a:t>
            </a:r>
            <a:endParaRPr lang="en-GB" dirty="0" err="1"/>
          </a:p>
          <a:p>
            <a:r>
              <a:rPr lang="en-GB" dirty="0">
                <a:ea typeface="+mn-lt"/>
                <a:cs typeface="+mn-lt"/>
              </a:rPr>
              <a:t>💬 « On </a:t>
            </a:r>
            <a:r>
              <a:rPr lang="en-GB" dirty="0" err="1">
                <a:ea typeface="+mn-lt"/>
                <a:cs typeface="+mn-lt"/>
              </a:rPr>
              <a:t>va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en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apprendre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seulement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quelques-uns</a:t>
            </a:r>
            <a:r>
              <a:rPr lang="en-GB" dirty="0">
                <a:ea typeface="+mn-lt"/>
                <a:cs typeface="+mn-lt"/>
              </a:rPr>
              <a:t>, </a:t>
            </a:r>
            <a:r>
              <a:rPr lang="en-GB" dirty="0" err="1">
                <a:ea typeface="+mn-lt"/>
                <a:cs typeface="+mn-lt"/>
              </a:rPr>
              <a:t>mais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utiles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tous</a:t>
            </a:r>
            <a:r>
              <a:rPr lang="en-GB" dirty="0">
                <a:ea typeface="+mn-lt"/>
                <a:cs typeface="+mn-lt"/>
              </a:rPr>
              <a:t> les </a:t>
            </a:r>
            <a:r>
              <a:rPr lang="en-GB" dirty="0" err="1">
                <a:ea typeface="+mn-lt"/>
                <a:cs typeface="+mn-lt"/>
              </a:rPr>
              <a:t>jours</a:t>
            </a:r>
            <a:r>
              <a:rPr lang="en-GB" dirty="0">
                <a:ea typeface="+mn-lt"/>
                <a:cs typeface="+mn-lt"/>
              </a:rPr>
              <a:t> »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Les touches </a:t>
            </a:r>
            <a:r>
              <a:rPr lang="en-GB" b="0" dirty="0" err="1">
                <a:ea typeface="+mj-lt"/>
                <a:cs typeface="+mj-lt"/>
              </a:rPr>
              <a:t>importantes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572" y="2409327"/>
            <a:ext cx="9779183" cy="34364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Ctrl → actions </a:t>
            </a:r>
            <a:r>
              <a:rPr lang="en-GB" dirty="0" err="1">
                <a:ea typeface="+mn-lt"/>
                <a:cs typeface="+mn-lt"/>
              </a:rPr>
              <a:t>courantes</a:t>
            </a:r>
            <a:endParaRPr lang="en-GB" dirty="0" err="1"/>
          </a:p>
          <a:p>
            <a:r>
              <a:rPr lang="en-GB" dirty="0">
                <a:ea typeface="+mn-lt"/>
                <a:cs typeface="+mn-lt"/>
              </a:rPr>
              <a:t>Alt → </a:t>
            </a:r>
            <a:r>
              <a:rPr lang="en-GB" dirty="0" err="1">
                <a:ea typeface="+mn-lt"/>
                <a:cs typeface="+mn-lt"/>
              </a:rPr>
              <a:t>fenêtres</a:t>
            </a:r>
            <a:endParaRPr lang="en-GB" dirty="0" err="1"/>
          </a:p>
          <a:p>
            <a:r>
              <a:rPr lang="en-GB" dirty="0">
                <a:ea typeface="+mn-lt"/>
                <a:cs typeface="+mn-lt"/>
              </a:rPr>
              <a:t>Windows ⊞ → </a:t>
            </a:r>
            <a:r>
              <a:rPr lang="en-GB" dirty="0" err="1">
                <a:ea typeface="+mn-lt"/>
                <a:cs typeface="+mn-lt"/>
              </a:rPr>
              <a:t>commandes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rapides</a:t>
            </a:r>
            <a:endParaRPr lang="en-GB" dirty="0" err="1"/>
          </a:p>
          <a:p>
            <a:r>
              <a:rPr lang="en-GB" dirty="0">
                <a:ea typeface="+mn-lt"/>
                <a:cs typeface="+mn-lt"/>
              </a:rPr>
              <a:t>Shift → action </a:t>
            </a:r>
            <a:r>
              <a:rPr lang="en-GB" dirty="0" err="1">
                <a:ea typeface="+mn-lt"/>
                <a:cs typeface="+mn-lt"/>
              </a:rPr>
              <a:t>spéciale</a:t>
            </a:r>
            <a:endParaRPr lang="en-GB" dirty="0" err="1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4" name="Picture 3" descr="A keyboard with a red square&#10;&#10;AI-generated content may be incorrect.">
            <a:extLst>
              <a:ext uri="{FF2B5EF4-FFF2-40B4-BE49-F238E27FC236}">
                <a16:creationId xmlns:a16="http://schemas.microsoft.com/office/drawing/2014/main" id="{3152A4B3-4F11-1640-DAAF-4786F66D6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60" y="2768600"/>
            <a:ext cx="6055360" cy="251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Copier / Coller (LES PLUS IMPORTANTS)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176" y="3539075"/>
            <a:ext cx="8986110" cy="293552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GB" b="1" dirty="0"/>
              <a:t>Action</a:t>
            </a:r>
            <a:endParaRPr lang="en-GB" dirty="0"/>
          </a:p>
          <a:p>
            <a:pPr algn="ctr"/>
            <a:r>
              <a:rPr lang="en-GB" b="1" err="1"/>
              <a:t>Raccourci</a:t>
            </a:r>
            <a:endParaRPr lang="en-GB" err="1"/>
          </a:p>
          <a:p>
            <a:r>
              <a:rPr lang="en-GB" dirty="0"/>
              <a:t>   Copier    Ctrl + C</a:t>
            </a:r>
            <a:endParaRPr lang="en-US" dirty="0"/>
          </a:p>
          <a:p>
            <a:r>
              <a:rPr lang="en-GB" dirty="0"/>
              <a:t>   Coller     Ctrl + V</a:t>
            </a:r>
          </a:p>
          <a:p>
            <a:r>
              <a:rPr lang="en-GB" dirty="0"/>
              <a:t>   Couper   Ctrl + X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b="0" dirty="0" err="1">
                <a:ea typeface="+mj-lt"/>
                <a:cs typeface="+mj-lt"/>
              </a:rPr>
              <a:t>Annuler</a:t>
            </a:r>
            <a:r>
              <a:rPr lang="en-GB" b="0" dirty="0">
                <a:ea typeface="+mj-lt"/>
                <a:cs typeface="+mj-lt"/>
              </a:rPr>
              <a:t> </a:t>
            </a:r>
            <a:r>
              <a:rPr lang="en-GB" b="0" dirty="0" err="1">
                <a:ea typeface="+mj-lt"/>
                <a:cs typeface="+mj-lt"/>
              </a:rPr>
              <a:t>une</a:t>
            </a:r>
            <a:r>
              <a:rPr lang="en-GB" b="0" dirty="0">
                <a:ea typeface="+mj-lt"/>
                <a:cs typeface="+mj-lt"/>
              </a:rPr>
              <a:t> </a:t>
            </a:r>
            <a:r>
              <a:rPr lang="en-GB" b="0" dirty="0" err="1">
                <a:ea typeface="+mj-lt"/>
                <a:cs typeface="+mj-lt"/>
              </a:rPr>
              <a:t>erreur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22350" y="2069189"/>
            <a:ext cx="10142582" cy="3597728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GB" dirty="0">
              <a:ea typeface="+mj-lt"/>
              <a:cs typeface="+mj-lt"/>
            </a:endParaRPr>
          </a:p>
          <a:p>
            <a:endParaRPr lang="en-GB" dirty="0"/>
          </a:p>
          <a:p>
            <a:endParaRPr lang="en-GB" dirty="0"/>
          </a:p>
          <a:p>
            <a:pPr marL="285750" indent="-285750">
              <a:buChar char="•"/>
            </a:pPr>
            <a:r>
              <a:rPr lang="en-GB" b="0" dirty="0">
                <a:ea typeface="+mj-lt"/>
                <a:cs typeface="+mj-lt"/>
              </a:rPr>
              <a:t>➡❌ </a:t>
            </a:r>
            <a:r>
              <a:rPr lang="en-GB" b="0" dirty="0" err="1">
                <a:ea typeface="+mj-lt"/>
                <a:cs typeface="+mj-lt"/>
              </a:rPr>
              <a:t>Mauvaise</a:t>
            </a:r>
            <a:r>
              <a:rPr lang="en-GB" b="0" dirty="0">
                <a:ea typeface="+mj-lt"/>
                <a:cs typeface="+mj-lt"/>
              </a:rPr>
              <a:t> manipulation ?</a:t>
            </a:r>
            <a:br>
              <a:rPr lang="en-GB" b="0" dirty="0">
                <a:ea typeface="+mj-lt"/>
                <a:cs typeface="+mj-lt"/>
              </a:rPr>
            </a:br>
            <a:r>
              <a:rPr lang="en-GB" b="0" dirty="0">
                <a:ea typeface="+mj-lt"/>
                <a:cs typeface="+mj-lt"/>
              </a:rPr>
              <a:t> ➡️ </a:t>
            </a:r>
            <a:r>
              <a:rPr lang="en-GB" dirty="0">
                <a:ea typeface="+mj-lt"/>
                <a:cs typeface="+mj-lt"/>
              </a:rPr>
              <a:t>Ctrl + Z</a:t>
            </a:r>
            <a:endParaRPr lang="en-GB" dirty="0"/>
          </a:p>
          <a:p>
            <a:r>
              <a:rPr lang="en-GB" b="0" dirty="0">
                <a:ea typeface="+mj-lt"/>
                <a:cs typeface="+mj-lt"/>
              </a:rPr>
              <a:t>💬 </a:t>
            </a:r>
            <a:r>
              <a:rPr lang="en-GB" b="0" i="1" dirty="0">
                <a:ea typeface="+mj-lt"/>
                <a:cs typeface="+mj-lt"/>
              </a:rPr>
              <a:t>« Ctrl + Z = bouton “retour </a:t>
            </a:r>
            <a:r>
              <a:rPr lang="en-GB" b="0" i="1" dirty="0" err="1">
                <a:ea typeface="+mj-lt"/>
                <a:cs typeface="+mj-lt"/>
              </a:rPr>
              <a:t>en</a:t>
            </a:r>
            <a:r>
              <a:rPr lang="en-GB" b="0" i="1" dirty="0">
                <a:ea typeface="+mj-lt"/>
                <a:cs typeface="+mj-lt"/>
              </a:rPr>
              <a:t> arrière” »</a:t>
            </a:r>
            <a:endParaRPr lang="en-GB" dirty="0"/>
          </a:p>
          <a:p>
            <a:endParaRPr lang="en-GB" b="0" dirty="0"/>
          </a:p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1986A-9AF9-5C45-BE85-20D5AA267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448B0-743E-0045-8131-69B4EEC58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7124-8400-D69C-0F05-6F5B2CF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3A1F-4D3C-0718-9DA6-8DA670F1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Gérer</a:t>
            </a:r>
            <a:r>
              <a:rPr lang="en-GB" dirty="0">
                <a:ea typeface="+mj-lt"/>
                <a:cs typeface="+mj-lt"/>
              </a:rPr>
              <a:t> les </a:t>
            </a:r>
            <a:r>
              <a:rPr lang="en-GB" dirty="0" err="1">
                <a:ea typeface="+mj-lt"/>
                <a:cs typeface="+mj-lt"/>
              </a:rPr>
              <a:t>fenêtres</a:t>
            </a:r>
            <a:endParaRPr lang="en-US" dirty="0" err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6148EE4-12F4-A771-426D-94B9595795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66813" y="2017713"/>
          <a:ext cx="9780586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90293">
                  <a:extLst>
                    <a:ext uri="{9D8B030D-6E8A-4147-A177-3AD203B41FA5}">
                      <a16:colId xmlns:a16="http://schemas.microsoft.com/office/drawing/2014/main" val="3211634109"/>
                    </a:ext>
                  </a:extLst>
                </a:gridCol>
                <a:gridCol w="4890293">
                  <a:extLst>
                    <a:ext uri="{9D8B030D-6E8A-4147-A177-3AD203B41FA5}">
                      <a16:colId xmlns:a16="http://schemas.microsoft.com/office/drawing/2014/main" val="2995670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Raccourci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52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Changer de fenêtre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Alt + Tab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137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Afficher le bureau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Windows + 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6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Verrouiller le PC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Windows + 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2536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9B257-43ED-753D-9E7A-712DFA2FA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AB175-EC76-F94F-6A65-536674609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29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EC37-7F46-2AE0-0FA6-E8769344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5050-60F2-C8D9-B1F9-EF7EFFFD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Ouvrir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rapidement</a:t>
            </a:r>
            <a:endParaRPr lang="en-US" dirty="0" err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F627856-6F22-F9CB-F4F2-097EF1489F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66813" y="2017713"/>
          <a:ext cx="9780586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90293">
                  <a:extLst>
                    <a:ext uri="{9D8B030D-6E8A-4147-A177-3AD203B41FA5}">
                      <a16:colId xmlns:a16="http://schemas.microsoft.com/office/drawing/2014/main" val="2014510281"/>
                    </a:ext>
                  </a:extLst>
                </a:gridCol>
                <a:gridCol w="4890293">
                  <a:extLst>
                    <a:ext uri="{9D8B030D-6E8A-4147-A177-3AD203B41FA5}">
                      <a16:colId xmlns:a16="http://schemas.microsoft.com/office/drawing/2014/main" val="617747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Raccourci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828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Explorateur de fichiers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Windows + 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578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Paramètres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Windows + 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010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Recherche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Touche Windows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74971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71B52-5B29-DD56-136A-E296C96A1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B2CAD-9CB6-79E2-BA0B-514312F3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56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8F8B-706F-94A3-BB77-CE927153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F75B-4F65-141E-391E-5999BE73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Capture </a:t>
            </a:r>
            <a:r>
              <a:rPr lang="en-GB" dirty="0" err="1">
                <a:ea typeface="+mj-lt"/>
                <a:cs typeface="+mj-lt"/>
              </a:rPr>
              <a:t>d’écran</a:t>
            </a:r>
            <a:r>
              <a:rPr lang="en-GB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31D5-26AC-7491-DA88-57C867A3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📸 Windows + Shift + S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➡️ </a:t>
            </a:r>
            <a:r>
              <a:rPr lang="en-GB" dirty="0" err="1">
                <a:ea typeface="+mn-lt"/>
                <a:cs typeface="+mn-lt"/>
              </a:rPr>
              <a:t>Sélectionner</a:t>
            </a:r>
            <a:r>
              <a:rPr lang="en-GB" dirty="0">
                <a:ea typeface="+mn-lt"/>
                <a:cs typeface="+mn-lt"/>
              </a:rPr>
              <a:t> la zone à capturer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B299B-47EF-D734-CCAE-82A2F1697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8D375-6757-E294-5BC8-C3AF4179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8</a:t>
            </a:fld>
            <a:endParaRPr lang="en-GB"/>
          </a:p>
        </p:txBody>
      </p:sp>
      <p:pic>
        <p:nvPicPr>
          <p:cNvPr id="4" name="Picture 3" descr="Screenshot in Windows erstellen: Alle Tricks &amp; Shortcuts 2026 - Windows  Tweaks">
            <a:extLst>
              <a:ext uri="{FF2B5EF4-FFF2-40B4-BE49-F238E27FC236}">
                <a16:creationId xmlns:a16="http://schemas.microsoft.com/office/drawing/2014/main" id="{7D5BC4D9-AD79-7E9C-E3FD-5624B10D8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9215" y="3032123"/>
            <a:ext cx="4417718" cy="279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57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C5AB-B9D7-939E-2CF0-EB02E9CD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D4A5-CD61-A1E5-C40C-E16DCD22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filetype: (type de </a:t>
            </a:r>
            <a:r>
              <a:rPr lang="en-GB" dirty="0" err="1">
                <a:ea typeface="+mj-lt"/>
                <a:cs typeface="+mj-lt"/>
              </a:rPr>
              <a:t>fichier</a:t>
            </a:r>
            <a:r>
              <a:rPr lang="en-GB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0E152-3DE7-2C04-287F-D97E9E3D6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Utilité</a:t>
            </a:r>
            <a:r>
              <a:rPr lang="en-GB" dirty="0">
                <a:ea typeface="+mn-lt"/>
                <a:cs typeface="+mn-lt"/>
              </a:rPr>
              <a:t> 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Trouver</a:t>
            </a:r>
            <a:r>
              <a:rPr lang="en-GB" dirty="0">
                <a:ea typeface="+mn-lt"/>
                <a:cs typeface="+mn-lt"/>
              </a:rPr>
              <a:t> des documents spécifiques</a:t>
            </a:r>
          </a:p>
          <a:p>
            <a:r>
              <a:rPr lang="en-GB" dirty="0" err="1">
                <a:ea typeface="+mn-lt"/>
                <a:cs typeface="+mn-lt"/>
              </a:rPr>
              <a:t>Exemples</a:t>
            </a:r>
            <a:r>
              <a:rPr lang="en-GB" dirty="0">
                <a:ea typeface="+mn-lt"/>
                <a:cs typeface="+mn-lt"/>
              </a:rPr>
              <a:t> :</a:t>
            </a:r>
          </a:p>
          <a:p>
            <a:r>
              <a:rPr lang="en-GB">
                <a:latin typeface="Consolas"/>
                <a:ea typeface="+mn-lt"/>
                <a:cs typeface="+mn-lt"/>
              </a:rPr>
              <a:t>cours réseau filetype:pdf
</a:t>
            </a:r>
            <a:endParaRPr lang="en-GB"/>
          </a:p>
          <a:p>
            <a:r>
              <a:rPr lang="en-GB" dirty="0">
                <a:latin typeface="Consolas"/>
                <a:ea typeface="+mn-lt"/>
                <a:cs typeface="+mn-lt"/>
              </a:rPr>
              <a:t>planning </a:t>
            </a:r>
            <a:r>
              <a:rPr lang="en-GB" dirty="0" err="1">
                <a:latin typeface="Consolas"/>
                <a:ea typeface="+mn-lt"/>
                <a:cs typeface="+mn-lt"/>
              </a:rPr>
              <a:t>projet</a:t>
            </a:r>
            <a:r>
              <a:rPr lang="en-GB" dirty="0">
                <a:latin typeface="Consolas"/>
                <a:ea typeface="+mn-lt"/>
                <a:cs typeface="+mn-lt"/>
              </a:rPr>
              <a:t> </a:t>
            </a:r>
            <a:r>
              <a:rPr lang="en-GB" dirty="0" err="1">
                <a:latin typeface="Consolas"/>
                <a:ea typeface="+mn-lt"/>
                <a:cs typeface="+mn-lt"/>
              </a:rPr>
              <a:t>filetype:xlsx</a:t>
            </a:r>
            <a:endParaRPr lang="en-GB" dirty="0" err="1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7DB1B-A2A0-A46B-436E-0B1BDCC28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C51C8-8019-3CFB-04C5-80EC1DFEB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06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EE7B-84CC-61CE-73C5-52FDB4DE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C7EF-34AD-5BD7-4F68-665DA228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B9ED-8A34-1FCE-8F98-3EBF30B5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💬 </a:t>
            </a:r>
            <a:r>
              <a:rPr lang="en-GB" i="1" dirty="0">
                <a:ea typeface="+mn-lt"/>
                <a:cs typeface="+mn-lt"/>
              </a:rPr>
              <a:t>« Si vous </a:t>
            </a:r>
            <a:r>
              <a:rPr lang="en-GB" i="1" dirty="0" err="1">
                <a:ea typeface="+mn-lt"/>
                <a:cs typeface="+mn-lt"/>
              </a:rPr>
              <a:t>en</a:t>
            </a:r>
            <a:r>
              <a:rPr lang="en-GB" i="1" dirty="0">
                <a:ea typeface="+mn-lt"/>
                <a:cs typeface="+mn-lt"/>
              </a:rPr>
              <a:t> </a:t>
            </a:r>
            <a:r>
              <a:rPr lang="en-GB" i="1" dirty="0" err="1">
                <a:ea typeface="+mn-lt"/>
                <a:cs typeface="+mn-lt"/>
              </a:rPr>
              <a:t>retenez</a:t>
            </a:r>
            <a:r>
              <a:rPr lang="en-GB" i="1" dirty="0">
                <a:ea typeface="+mn-lt"/>
                <a:cs typeface="+mn-lt"/>
              </a:rPr>
              <a:t> 2 </a:t>
            </a:r>
            <a:r>
              <a:rPr lang="en-GB" i="1" dirty="0" err="1">
                <a:ea typeface="+mn-lt"/>
                <a:cs typeface="+mn-lt"/>
              </a:rPr>
              <a:t>aujourd’hui</a:t>
            </a:r>
            <a:r>
              <a:rPr lang="en-GB" i="1" dirty="0">
                <a:ea typeface="+mn-lt"/>
                <a:cs typeface="+mn-lt"/>
              </a:rPr>
              <a:t>, </a:t>
            </a:r>
            <a:r>
              <a:rPr lang="en-GB" i="1" dirty="0" err="1">
                <a:ea typeface="+mn-lt"/>
                <a:cs typeface="+mn-lt"/>
              </a:rPr>
              <a:t>c’est</a:t>
            </a:r>
            <a:r>
              <a:rPr lang="en-GB" i="1" dirty="0">
                <a:ea typeface="+mn-lt"/>
                <a:cs typeface="+mn-lt"/>
              </a:rPr>
              <a:t> déjà très bien. »</a:t>
            </a:r>
            <a:br>
              <a:rPr lang="en-GB" i="1" dirty="0">
                <a:ea typeface="+mn-lt"/>
                <a:cs typeface="+mn-lt"/>
              </a:rPr>
            </a:br>
            <a:r>
              <a:rPr lang="en-GB" i="1" dirty="0">
                <a:ea typeface="+mn-lt"/>
                <a:cs typeface="+mn-lt"/>
              </a:rPr>
              <a:t> 🎁 Petite fiche </a:t>
            </a:r>
            <a:r>
              <a:rPr lang="en-GB" i="1" dirty="0" err="1">
                <a:ea typeface="+mn-lt"/>
                <a:cs typeface="+mn-lt"/>
              </a:rPr>
              <a:t>mémo</a:t>
            </a:r>
            <a:r>
              <a:rPr lang="en-GB" i="1" dirty="0">
                <a:ea typeface="+mn-lt"/>
                <a:cs typeface="+mn-lt"/>
              </a:rPr>
              <a:t> à </a:t>
            </a:r>
            <a:r>
              <a:rPr lang="en-GB" i="1" dirty="0" err="1">
                <a:ea typeface="+mn-lt"/>
                <a:cs typeface="+mn-lt"/>
              </a:rPr>
              <a:t>garder</a:t>
            </a:r>
            <a:r>
              <a:rPr lang="en-GB" i="1" dirty="0">
                <a:ea typeface="+mn-lt"/>
                <a:cs typeface="+mn-lt"/>
              </a:rPr>
              <a:t> près du PC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DA46-2E50-B201-4440-0E9CD4F83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6A68B-A745-F26D-C5E3-A9C6C9689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65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436</Words>
  <Application>Microsoft Office PowerPoint</Application>
  <PresentationFormat>Grand écran</PresentationFormat>
  <Paragraphs>156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Office Theme</vt:lpstr>
      <vt:lpstr>Les raccourcis clavier Windows</vt:lpstr>
      <vt:lpstr>Pourquoi utiliser des raccourcis ?</vt:lpstr>
      <vt:lpstr>Les touches importantes</vt:lpstr>
      <vt:lpstr>Copier / Coller (LES PLUS IMPORTANTS)</vt:lpstr>
      <vt:lpstr>Annuler une erreur</vt:lpstr>
      <vt:lpstr>Gérer les fenêtres</vt:lpstr>
      <vt:lpstr>Ouvrir rapidement</vt:lpstr>
      <vt:lpstr>Capture d’écran </vt:lpstr>
      <vt:lpstr>filetype: (type de fichier)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125</cp:revision>
  <dcterms:created xsi:type="dcterms:W3CDTF">2026-01-27T09:30:27Z</dcterms:created>
  <dcterms:modified xsi:type="dcterms:W3CDTF">2026-02-10T15:38:17Z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